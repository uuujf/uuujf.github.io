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116A31-4612-474B-8292-B6AAD83C807A}" v="1" dt="2021-03-29T15:47:30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91" d="100"/>
          <a:sy n="91" d="100"/>
        </p:scale>
        <p:origin x="1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feng Wu" userId="dbe85c2a-e248-4c4d-b554-7f78c7d699f3" providerId="ADAL" clId="{86116A31-4612-474B-8292-B6AAD83C807A}"/>
    <pc:docChg chg="modSld modMainMaster">
      <pc:chgData name="Jingfeng Wu" userId="dbe85c2a-e248-4c4d-b554-7f78c7d699f3" providerId="ADAL" clId="{86116A31-4612-474B-8292-B6AAD83C807A}" dt="2021-03-29T15:47:34.643" v="7" actId="1076"/>
      <pc:docMkLst>
        <pc:docMk/>
      </pc:docMkLst>
      <pc:sldChg chg="modSp mod">
        <pc:chgData name="Jingfeng Wu" userId="dbe85c2a-e248-4c4d-b554-7f78c7d699f3" providerId="ADAL" clId="{86116A31-4612-474B-8292-B6AAD83C807A}" dt="2021-03-29T15:47:34.643" v="7" actId="1076"/>
        <pc:sldMkLst>
          <pc:docMk/>
          <pc:sldMk cId="1814678069" sldId="256"/>
        </pc:sldMkLst>
        <pc:spChg chg="mod">
          <ac:chgData name="Jingfeng Wu" userId="dbe85c2a-e248-4c4d-b554-7f78c7d699f3" providerId="ADAL" clId="{86116A31-4612-474B-8292-B6AAD83C807A}" dt="2021-03-29T15:47:34.643" v="7" actId="1076"/>
          <ac:spMkLst>
            <pc:docMk/>
            <pc:sldMk cId="1814678069" sldId="256"/>
            <ac:spMk id="4" creationId="{FF8EA863-B184-6F4E-948F-683CBE4205A9}"/>
          </ac:spMkLst>
        </pc:spChg>
      </pc:sldChg>
      <pc:sldMasterChg chg="modSp modSldLayout">
        <pc:chgData name="Jingfeng Wu" userId="dbe85c2a-e248-4c4d-b554-7f78c7d699f3" providerId="ADAL" clId="{86116A31-4612-474B-8292-B6AAD83C807A}" dt="2021-03-29T15:47:30.291" v="6"/>
        <pc:sldMasterMkLst>
          <pc:docMk/>
          <pc:sldMasterMk cId="2511925889" sldId="2147483660"/>
        </pc:sldMasterMkLst>
        <pc:spChg chg="mod">
          <ac:chgData name="Jingfeng Wu" userId="dbe85c2a-e248-4c4d-b554-7f78c7d699f3" providerId="ADAL" clId="{86116A31-4612-474B-8292-B6AAD83C807A}" dt="2021-03-29T15:47:30.291" v="6"/>
          <ac:spMkLst>
            <pc:docMk/>
            <pc:sldMasterMk cId="2511925889" sldId="2147483660"/>
            <ac:spMk id="2" creationId="{00000000-0000-0000-0000-000000000000}"/>
          </ac:spMkLst>
        </pc:spChg>
        <pc:spChg chg="mod">
          <ac:chgData name="Jingfeng Wu" userId="dbe85c2a-e248-4c4d-b554-7f78c7d699f3" providerId="ADAL" clId="{86116A31-4612-474B-8292-B6AAD83C807A}" dt="2021-03-29T15:47:30.291" v="6"/>
          <ac:spMkLst>
            <pc:docMk/>
            <pc:sldMasterMk cId="2511925889" sldId="2147483660"/>
            <ac:spMk id="3" creationId="{00000000-0000-0000-0000-000000000000}"/>
          </ac:spMkLst>
        </pc:spChg>
        <pc:spChg chg="mod">
          <ac:chgData name="Jingfeng Wu" userId="dbe85c2a-e248-4c4d-b554-7f78c7d699f3" providerId="ADAL" clId="{86116A31-4612-474B-8292-B6AAD83C807A}" dt="2021-03-29T15:47:30.291" v="6"/>
          <ac:spMkLst>
            <pc:docMk/>
            <pc:sldMasterMk cId="2511925889" sldId="2147483660"/>
            <ac:spMk id="4" creationId="{00000000-0000-0000-0000-000000000000}"/>
          </ac:spMkLst>
        </pc:spChg>
        <pc:spChg chg="mod">
          <ac:chgData name="Jingfeng Wu" userId="dbe85c2a-e248-4c4d-b554-7f78c7d699f3" providerId="ADAL" clId="{86116A31-4612-474B-8292-B6AAD83C807A}" dt="2021-03-29T15:47:30.291" v="6"/>
          <ac:spMkLst>
            <pc:docMk/>
            <pc:sldMasterMk cId="2511925889" sldId="2147483660"/>
            <ac:spMk id="5" creationId="{00000000-0000-0000-0000-000000000000}"/>
          </ac:spMkLst>
        </pc:spChg>
        <pc:spChg chg="mod">
          <ac:chgData name="Jingfeng Wu" userId="dbe85c2a-e248-4c4d-b554-7f78c7d699f3" providerId="ADAL" clId="{86116A31-4612-474B-8292-B6AAD83C807A}" dt="2021-03-29T15:47:30.291" v="6"/>
          <ac:spMkLst>
            <pc:docMk/>
            <pc:sldMasterMk cId="2511925889" sldId="2147483660"/>
            <ac:spMk id="6" creationId="{00000000-0000-0000-0000-000000000000}"/>
          </ac:spMkLst>
        </pc:spChg>
        <pc:sldLayoutChg chg="modSp">
          <pc:chgData name="Jingfeng Wu" userId="dbe85c2a-e248-4c4d-b554-7f78c7d699f3" providerId="ADAL" clId="{86116A31-4612-474B-8292-B6AAD83C807A}" dt="2021-03-29T15:47:30.291" v="6"/>
          <pc:sldLayoutMkLst>
            <pc:docMk/>
            <pc:sldMasterMk cId="2511925889" sldId="2147483660"/>
            <pc:sldLayoutMk cId="3301984356" sldId="2147483661"/>
          </pc:sldLayoutMkLst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3301984356" sldId="2147483661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3301984356" sldId="2147483661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86116A31-4612-474B-8292-B6AAD83C807A}" dt="2021-03-29T15:47:30.291" v="6"/>
          <pc:sldLayoutMkLst>
            <pc:docMk/>
            <pc:sldMasterMk cId="2511925889" sldId="2147483660"/>
            <pc:sldLayoutMk cId="1956792537" sldId="2147483663"/>
          </pc:sldLayoutMkLst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1956792537" sldId="2147483663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1956792537" sldId="2147483663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86116A31-4612-474B-8292-B6AAD83C807A}" dt="2021-03-29T15:47:30.291" v="6"/>
          <pc:sldLayoutMkLst>
            <pc:docMk/>
            <pc:sldMasterMk cId="2511925889" sldId="2147483660"/>
            <pc:sldLayoutMk cId="3052685146" sldId="2147483664"/>
          </pc:sldLayoutMkLst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3052685146" sldId="2147483664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3052685146" sldId="2147483664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86116A31-4612-474B-8292-B6AAD83C807A}" dt="2021-03-29T15:47:30.291" v="6"/>
          <pc:sldLayoutMkLst>
            <pc:docMk/>
            <pc:sldMasterMk cId="2511925889" sldId="2147483660"/>
            <pc:sldLayoutMk cId="3659681343" sldId="2147483665"/>
          </pc:sldLayoutMkLst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3659681343" sldId="2147483665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3659681343" sldId="2147483665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3659681343" sldId="2147483665"/>
              <ac:spMk id="4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3659681343" sldId="2147483665"/>
              <ac:spMk id="5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3659681343" sldId="2147483665"/>
              <ac:spMk id="6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86116A31-4612-474B-8292-B6AAD83C807A}" dt="2021-03-29T15:47:30.291" v="6"/>
          <pc:sldLayoutMkLst>
            <pc:docMk/>
            <pc:sldMasterMk cId="2511925889" sldId="2147483660"/>
            <pc:sldLayoutMk cId="690590002" sldId="2147483668"/>
          </pc:sldLayoutMkLst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690590002" sldId="2147483668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690590002" sldId="2147483668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690590002" sldId="2147483668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86116A31-4612-474B-8292-B6AAD83C807A}" dt="2021-03-29T15:47:30.291" v="6"/>
          <pc:sldLayoutMkLst>
            <pc:docMk/>
            <pc:sldMasterMk cId="2511925889" sldId="2147483660"/>
            <pc:sldLayoutMk cId="1148092912" sldId="2147483669"/>
          </pc:sldLayoutMkLst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1148092912" sldId="2147483669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1148092912" sldId="2147483669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1148092912" sldId="2147483669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86116A31-4612-474B-8292-B6AAD83C807A}" dt="2021-03-29T15:47:30.291" v="6"/>
          <pc:sldLayoutMkLst>
            <pc:docMk/>
            <pc:sldMasterMk cId="2511925889" sldId="2147483660"/>
            <pc:sldLayoutMk cId="4265145885" sldId="2147483671"/>
          </pc:sldLayoutMkLst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4265145885" sldId="2147483671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86116A31-4612-474B-8292-B6AAD83C807A}" dt="2021-03-29T15:47:30.291" v="6"/>
            <ac:spMkLst>
              <pc:docMk/>
              <pc:sldMasterMk cId="2511925889" sldId="2147483660"/>
              <pc:sldLayoutMk cId="4265145885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9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4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1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2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31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8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7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2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6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7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58530-7AFF-F44F-85EA-D16B9B9DCF93}" type="datetimeFigureOut">
              <a:rPr lang="en-US" smtClean="0"/>
              <a:t>3/29/21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F5469-B7AF-F840-BA18-1E93D389C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2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8EA863-B184-6F4E-948F-683CBE4205A9}"/>
              </a:ext>
            </a:extLst>
          </p:cNvPr>
          <p:cNvSpPr txBox="1"/>
          <p:nvPr/>
        </p:nvSpPr>
        <p:spPr>
          <a:xfrm>
            <a:off x="814233" y="2166277"/>
            <a:ext cx="10563533" cy="4811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333" dirty="0"/>
              <a:t>This Paper is </a:t>
            </a:r>
          </a:p>
          <a:p>
            <a:pPr algn="ctr"/>
            <a:r>
              <a:rPr lang="en-US" sz="15333" dirty="0"/>
              <a:t>Interesting :)</a:t>
            </a:r>
          </a:p>
        </p:txBody>
      </p:sp>
    </p:spTree>
    <p:extLst>
      <p:ext uri="{BB962C8B-B14F-4D97-AF65-F5344CB8AC3E}">
        <p14:creationId xmlns:p14="http://schemas.microsoft.com/office/powerpoint/2010/main" val="181467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5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Jingfeng Wu</dc:creator>
  <cp:lastModifiedBy>Jingfeng Wu</cp:lastModifiedBy>
  <cp:revision>1</cp:revision>
  <dcterms:created xsi:type="dcterms:W3CDTF">2021-03-29T15:36:54Z</dcterms:created>
  <dcterms:modified xsi:type="dcterms:W3CDTF">2021-03-29T15:47:43Z</dcterms:modified>
</cp:coreProperties>
</file>