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EA3EDC-120A-E64C-9A5F-00730DF11053}" v="258" dt="2021-03-17T03:14:59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/>
    <p:restoredTop sz="94719"/>
  </p:normalViewPr>
  <p:slideViewPr>
    <p:cSldViewPr snapToGrid="0" snapToObjects="1">
      <p:cViewPr>
        <p:scale>
          <a:sx n="48" d="100"/>
          <a:sy n="48" d="100"/>
        </p:scale>
        <p:origin x="18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feng Wu" userId="dbe85c2a-e248-4c4d-b554-7f78c7d699f3" providerId="ADAL" clId="{37EA3EDC-120A-E64C-9A5F-00730DF11053}"/>
    <pc:docChg chg="undo custSel modSld modMainMaster modNotesMaster">
      <pc:chgData name="Jingfeng Wu" userId="dbe85c2a-e248-4c4d-b554-7f78c7d699f3" providerId="ADAL" clId="{37EA3EDC-120A-E64C-9A5F-00730DF11053}" dt="2021-03-17T03:17:10.435" v="749" actId="404"/>
      <pc:docMkLst>
        <pc:docMk/>
      </pc:docMkLst>
      <pc:sldChg chg="addSp delSp modSp mod modNotes">
        <pc:chgData name="Jingfeng Wu" userId="dbe85c2a-e248-4c4d-b554-7f78c7d699f3" providerId="ADAL" clId="{37EA3EDC-120A-E64C-9A5F-00730DF11053}" dt="2021-03-17T03:17:10.435" v="749" actId="404"/>
        <pc:sldMkLst>
          <pc:docMk/>
          <pc:sldMk cId="671970020" sldId="256"/>
        </pc:sldMkLst>
        <pc:spChg chg="mod">
          <ac:chgData name="Jingfeng Wu" userId="dbe85c2a-e248-4c4d-b554-7f78c7d699f3" providerId="ADAL" clId="{37EA3EDC-120A-E64C-9A5F-00730DF11053}" dt="2021-03-17T03:09:58.540" v="732" actId="14100"/>
          <ac:spMkLst>
            <pc:docMk/>
            <pc:sldMk cId="671970020" sldId="256"/>
            <ac:spMk id="2" creationId="{CE570F67-E5C4-1744-BCA5-79E3F5A951C8}"/>
          </ac:spMkLst>
        </pc:spChg>
        <pc:spChg chg="add mod">
          <ac:chgData name="Jingfeng Wu" userId="dbe85c2a-e248-4c4d-b554-7f78c7d699f3" providerId="ADAL" clId="{37EA3EDC-120A-E64C-9A5F-00730DF11053}" dt="2021-03-17T03:09:20.645" v="730" actId="1076"/>
          <ac:spMkLst>
            <pc:docMk/>
            <pc:sldMk cId="671970020" sldId="256"/>
            <ac:spMk id="3" creationId="{E3C7D9E7-8743-E94C-BD76-C554A00620A5}"/>
          </ac:spMkLst>
        </pc:spChg>
        <pc:spChg chg="mod">
          <ac:chgData name="Jingfeng Wu" userId="dbe85c2a-e248-4c4d-b554-7f78c7d699f3" providerId="ADAL" clId="{37EA3EDC-120A-E64C-9A5F-00730DF11053}" dt="2021-03-17T03:17:10.435" v="749" actId="404"/>
          <ac:spMkLst>
            <pc:docMk/>
            <pc:sldMk cId="671970020" sldId="256"/>
            <ac:spMk id="4" creationId="{1CDB7B0D-A563-CB42-BE35-01CA100E77F5}"/>
          </ac:spMkLst>
        </pc:spChg>
        <pc:spChg chg="add mod">
          <ac:chgData name="Jingfeng Wu" userId="dbe85c2a-e248-4c4d-b554-7f78c7d699f3" providerId="ADAL" clId="{37EA3EDC-120A-E64C-9A5F-00730DF11053}" dt="2021-03-17T03:09:01.940" v="729" actId="1076"/>
          <ac:spMkLst>
            <pc:docMk/>
            <pc:sldMk cId="671970020" sldId="256"/>
            <ac:spMk id="7" creationId="{E440582F-A20E-6C4B-868B-AD7DDB66199A}"/>
          </ac:spMkLst>
        </pc:spChg>
        <pc:spChg chg="add del mod">
          <ac:chgData name="Jingfeng Wu" userId="dbe85c2a-e248-4c4d-b554-7f78c7d699f3" providerId="ADAL" clId="{37EA3EDC-120A-E64C-9A5F-00730DF11053}" dt="2021-03-17T02:42:16.106" v="207"/>
          <ac:spMkLst>
            <pc:docMk/>
            <pc:sldMk cId="671970020" sldId="256"/>
            <ac:spMk id="9" creationId="{DD39180C-10F8-2B49-875A-1254BCABEF04}"/>
          </ac:spMkLst>
        </pc:spChg>
        <pc:spChg chg="add del mod">
          <ac:chgData name="Jingfeng Wu" userId="dbe85c2a-e248-4c4d-b554-7f78c7d699f3" providerId="ADAL" clId="{37EA3EDC-120A-E64C-9A5F-00730DF11053}" dt="2021-03-17T02:42:15.918" v="205" actId="478"/>
          <ac:spMkLst>
            <pc:docMk/>
            <pc:sldMk cId="671970020" sldId="256"/>
            <ac:spMk id="10" creationId="{E03C5257-6B35-474D-B15D-D0DD65141B0E}"/>
          </ac:spMkLst>
        </pc:spChg>
        <pc:spChg chg="mod">
          <ac:chgData name="Jingfeng Wu" userId="dbe85c2a-e248-4c4d-b554-7f78c7d699f3" providerId="ADAL" clId="{37EA3EDC-120A-E64C-9A5F-00730DF11053}" dt="2021-03-17T03:02:45.741" v="677" actId="1076"/>
          <ac:spMkLst>
            <pc:docMk/>
            <pc:sldMk cId="671970020" sldId="256"/>
            <ac:spMk id="11" creationId="{B9BEEC04-E1E3-144B-A00F-97CA7B6E8898}"/>
          </ac:spMkLst>
        </pc:spChg>
        <pc:spChg chg="mod">
          <ac:chgData name="Jingfeng Wu" userId="dbe85c2a-e248-4c4d-b554-7f78c7d699f3" providerId="ADAL" clId="{37EA3EDC-120A-E64C-9A5F-00730DF11053}" dt="2021-03-17T03:02:52.336" v="678" actId="1076"/>
          <ac:spMkLst>
            <pc:docMk/>
            <pc:sldMk cId="671970020" sldId="256"/>
            <ac:spMk id="12" creationId="{653DD0DE-5CED-014B-ADE3-1E3AFFD477FA}"/>
          </ac:spMkLst>
        </pc:spChg>
        <pc:spChg chg="mod">
          <ac:chgData name="Jingfeng Wu" userId="dbe85c2a-e248-4c4d-b554-7f78c7d699f3" providerId="ADAL" clId="{37EA3EDC-120A-E64C-9A5F-00730DF11053}" dt="2021-03-17T03:03:06.249" v="679" actId="1076"/>
          <ac:spMkLst>
            <pc:docMk/>
            <pc:sldMk cId="671970020" sldId="256"/>
            <ac:spMk id="14" creationId="{090E6A87-8E3B-9241-8E0E-8D363BF917FE}"/>
          </ac:spMkLst>
        </pc:spChg>
        <pc:spChg chg="add mod">
          <ac:chgData name="Jingfeng Wu" userId="dbe85c2a-e248-4c4d-b554-7f78c7d699f3" providerId="ADAL" clId="{37EA3EDC-120A-E64C-9A5F-00730DF11053}" dt="2021-03-17T03:09:20.645" v="730" actId="1076"/>
          <ac:spMkLst>
            <pc:docMk/>
            <pc:sldMk cId="671970020" sldId="256"/>
            <ac:spMk id="15" creationId="{D21E6B6B-6708-2044-A2CF-09234E9C8877}"/>
          </ac:spMkLst>
        </pc:spChg>
        <pc:spChg chg="mod">
          <ac:chgData name="Jingfeng Wu" userId="dbe85c2a-e248-4c4d-b554-7f78c7d699f3" providerId="ADAL" clId="{37EA3EDC-120A-E64C-9A5F-00730DF11053}" dt="2021-03-17T03:09:20.645" v="730" actId="1076"/>
          <ac:spMkLst>
            <pc:docMk/>
            <pc:sldMk cId="671970020" sldId="256"/>
            <ac:spMk id="16" creationId="{D2F6D0BA-BF6B-EE4C-83C3-824084266ADA}"/>
          </ac:spMkLst>
        </pc:spChg>
        <pc:spChg chg="mod">
          <ac:chgData name="Jingfeng Wu" userId="dbe85c2a-e248-4c4d-b554-7f78c7d699f3" providerId="ADAL" clId="{37EA3EDC-120A-E64C-9A5F-00730DF11053}" dt="2021-03-17T03:14:59.680" v="734" actId="207"/>
          <ac:spMkLst>
            <pc:docMk/>
            <pc:sldMk cId="671970020" sldId="256"/>
            <ac:spMk id="20" creationId="{55BFF085-C218-3749-82AB-33DD2E363257}"/>
          </ac:spMkLst>
        </pc:spChg>
        <pc:spChg chg="add mod">
          <ac:chgData name="Jingfeng Wu" userId="dbe85c2a-e248-4c4d-b554-7f78c7d699f3" providerId="ADAL" clId="{37EA3EDC-120A-E64C-9A5F-00730DF11053}" dt="2021-03-17T03:08:34.235" v="723" actId="113"/>
          <ac:spMkLst>
            <pc:docMk/>
            <pc:sldMk cId="671970020" sldId="256"/>
            <ac:spMk id="26" creationId="{A275DB83-2817-CA41-8916-7C3F64B58FCB}"/>
          </ac:spMkLst>
        </pc:spChg>
        <pc:spChg chg="add mod">
          <ac:chgData name="Jingfeng Wu" userId="dbe85c2a-e248-4c4d-b554-7f78c7d699f3" providerId="ADAL" clId="{37EA3EDC-120A-E64C-9A5F-00730DF11053}" dt="2021-03-17T03:06:56.331" v="701" actId="1076"/>
          <ac:spMkLst>
            <pc:docMk/>
            <pc:sldMk cId="671970020" sldId="256"/>
            <ac:spMk id="27" creationId="{B6F39CCA-B9F1-1E4A-99E4-9B835511053A}"/>
          </ac:spMkLst>
        </pc:spChg>
        <pc:spChg chg="mod">
          <ac:chgData name="Jingfeng Wu" userId="dbe85c2a-e248-4c4d-b554-7f78c7d699f3" providerId="ADAL" clId="{37EA3EDC-120A-E64C-9A5F-00730DF11053}" dt="2021-03-17T02:43:37.898" v="218" actId="1076"/>
          <ac:spMkLst>
            <pc:docMk/>
            <pc:sldMk cId="671970020" sldId="256"/>
            <ac:spMk id="29" creationId="{F6D04979-68EF-0348-BCE9-D57D3A0D991D}"/>
          </ac:spMkLst>
        </pc:spChg>
        <pc:spChg chg="mod">
          <ac:chgData name="Jingfeng Wu" userId="dbe85c2a-e248-4c4d-b554-7f78c7d699f3" providerId="ADAL" clId="{37EA3EDC-120A-E64C-9A5F-00730DF11053}" dt="2021-03-17T03:15:27.290" v="736" actId="1076"/>
          <ac:spMkLst>
            <pc:docMk/>
            <pc:sldMk cId="671970020" sldId="256"/>
            <ac:spMk id="30" creationId="{67E9BAD3-1141-754D-9AFC-7A6A216CD6AA}"/>
          </ac:spMkLst>
        </pc:spChg>
        <pc:grpChg chg="add mod">
          <ac:chgData name="Jingfeng Wu" userId="dbe85c2a-e248-4c4d-b554-7f78c7d699f3" providerId="ADAL" clId="{37EA3EDC-120A-E64C-9A5F-00730DF11053}" dt="2021-03-17T03:09:39.059" v="731" actId="167"/>
          <ac:grpSpMkLst>
            <pc:docMk/>
            <pc:sldMk cId="671970020" sldId="256"/>
            <ac:grpSpMk id="17" creationId="{05D2ABA8-1E90-654E-931D-DEA95615262D}"/>
          </ac:grpSpMkLst>
        </pc:grpChg>
        <pc:grpChg chg="mod">
          <ac:chgData name="Jingfeng Wu" userId="dbe85c2a-e248-4c4d-b554-7f78c7d699f3" providerId="ADAL" clId="{37EA3EDC-120A-E64C-9A5F-00730DF11053}" dt="2021-03-17T03:09:01.940" v="729" actId="1076"/>
          <ac:grpSpMkLst>
            <pc:docMk/>
            <pc:sldMk cId="671970020" sldId="256"/>
            <ac:grpSpMk id="21" creationId="{C6F02D8B-C99D-AC4A-99EA-6539BA137C24}"/>
          </ac:grpSpMkLst>
        </pc:grpChg>
        <pc:grpChg chg="mod">
          <ac:chgData name="Jingfeng Wu" userId="dbe85c2a-e248-4c4d-b554-7f78c7d699f3" providerId="ADAL" clId="{37EA3EDC-120A-E64C-9A5F-00730DF11053}" dt="2021-03-17T03:09:20.645" v="730" actId="1076"/>
          <ac:grpSpMkLst>
            <pc:docMk/>
            <pc:sldMk cId="671970020" sldId="256"/>
            <ac:grpSpMk id="31" creationId="{A511B743-FA3A-144B-B456-1176EC42F99D}"/>
          </ac:grpSpMkLst>
        </pc:grpChg>
        <pc:grpChg chg="mod">
          <ac:chgData name="Jingfeng Wu" userId="dbe85c2a-e248-4c4d-b554-7f78c7d699f3" providerId="ADAL" clId="{37EA3EDC-120A-E64C-9A5F-00730DF11053}" dt="2021-03-17T03:07:18.898" v="704" actId="1076"/>
          <ac:grpSpMkLst>
            <pc:docMk/>
            <pc:sldMk cId="671970020" sldId="256"/>
            <ac:grpSpMk id="32" creationId="{F78C0248-5820-DB4A-BA1B-CE6D6CA6ABB3}"/>
          </ac:grpSpMkLst>
        </pc:grpChg>
        <pc:graphicFrameChg chg="mod modGraphic">
          <ac:chgData name="Jingfeng Wu" userId="dbe85c2a-e248-4c4d-b554-7f78c7d699f3" providerId="ADAL" clId="{37EA3EDC-120A-E64C-9A5F-00730DF11053}" dt="2021-03-17T03:15:10.975" v="735" actId="207"/>
          <ac:graphicFrameMkLst>
            <pc:docMk/>
            <pc:sldMk cId="671970020" sldId="256"/>
            <ac:graphicFrameMk id="13" creationId="{DE685536-6A7D-F142-A9D0-A5F8F3631DF4}"/>
          </ac:graphicFrameMkLst>
        </pc:graphicFrameChg>
        <pc:picChg chg="mod">
          <ac:chgData name="Jingfeng Wu" userId="dbe85c2a-e248-4c4d-b554-7f78c7d699f3" providerId="ADAL" clId="{37EA3EDC-120A-E64C-9A5F-00730DF11053}" dt="2021-03-17T02:36:52.491" v="87" actId="1076"/>
          <ac:picMkLst>
            <pc:docMk/>
            <pc:sldMk cId="671970020" sldId="256"/>
            <ac:picMk id="5" creationId="{DBA360D8-160A-BA46-BFB3-3C8AD784AE16}"/>
          </ac:picMkLst>
        </pc:picChg>
        <pc:picChg chg="mod">
          <ac:chgData name="Jingfeng Wu" userId="dbe85c2a-e248-4c4d-b554-7f78c7d699f3" providerId="ADAL" clId="{37EA3EDC-120A-E64C-9A5F-00730DF11053}" dt="2021-03-17T02:36:54.676" v="88" actId="1076"/>
          <ac:picMkLst>
            <pc:docMk/>
            <pc:sldMk cId="671970020" sldId="256"/>
            <ac:picMk id="6" creationId="{91034C4D-0CB3-7847-BD81-4DD965DF7D19}"/>
          </ac:picMkLst>
        </pc:picChg>
        <pc:picChg chg="mod">
          <ac:chgData name="Jingfeng Wu" userId="dbe85c2a-e248-4c4d-b554-7f78c7d699f3" providerId="ADAL" clId="{37EA3EDC-120A-E64C-9A5F-00730DF11053}" dt="2021-03-17T02:33:37.557" v="59"/>
          <ac:picMkLst>
            <pc:docMk/>
            <pc:sldMk cId="671970020" sldId="256"/>
            <ac:picMk id="8" creationId="{72E96CD4-DCE1-7E41-9A65-E32C61C1A848}"/>
          </ac:picMkLst>
        </pc:picChg>
        <pc:picChg chg="mod">
          <ac:chgData name="Jingfeng Wu" userId="dbe85c2a-e248-4c4d-b554-7f78c7d699f3" providerId="ADAL" clId="{37EA3EDC-120A-E64C-9A5F-00730DF11053}" dt="2021-03-17T03:00:19.967" v="635" actId="164"/>
          <ac:picMkLst>
            <pc:docMk/>
            <pc:sldMk cId="671970020" sldId="256"/>
            <ac:picMk id="19" creationId="{8F945576-C650-0D4F-B873-A19114164689}"/>
          </ac:picMkLst>
        </pc:picChg>
        <pc:picChg chg="mod">
          <ac:chgData name="Jingfeng Wu" userId="dbe85c2a-e248-4c4d-b554-7f78c7d699f3" providerId="ADAL" clId="{37EA3EDC-120A-E64C-9A5F-00730DF11053}" dt="2021-03-17T02:43:47.908" v="220" actId="1076"/>
          <ac:picMkLst>
            <pc:docMk/>
            <pc:sldMk cId="671970020" sldId="256"/>
            <ac:picMk id="25" creationId="{A210F99E-06FF-8443-B8AD-AA136C26FD88}"/>
          </ac:picMkLst>
        </pc:picChg>
      </pc:sldChg>
      <pc:sldMasterChg chg="modSp modSldLayout">
        <pc:chgData name="Jingfeng Wu" userId="dbe85c2a-e248-4c4d-b554-7f78c7d699f3" providerId="ADAL" clId="{37EA3EDC-120A-E64C-9A5F-00730DF11053}" dt="2021-03-17T02:23:21.230" v="0"/>
        <pc:sldMasterMkLst>
          <pc:docMk/>
          <pc:sldMasterMk cId="1965554950" sldId="2147483708"/>
        </pc:sldMasterMkLst>
        <pc:spChg chg="mod">
          <ac:chgData name="Jingfeng Wu" userId="dbe85c2a-e248-4c4d-b554-7f78c7d699f3" providerId="ADAL" clId="{37EA3EDC-120A-E64C-9A5F-00730DF11053}" dt="2021-03-17T02:23:21.230" v="0"/>
          <ac:spMkLst>
            <pc:docMk/>
            <pc:sldMasterMk cId="1965554950" sldId="2147483708"/>
            <ac:spMk id="2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23:21.230" v="0"/>
          <ac:spMkLst>
            <pc:docMk/>
            <pc:sldMasterMk cId="1965554950" sldId="2147483708"/>
            <ac:spMk id="3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23:21.230" v="0"/>
          <ac:spMkLst>
            <pc:docMk/>
            <pc:sldMasterMk cId="1965554950" sldId="2147483708"/>
            <ac:spMk id="4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23:21.230" v="0"/>
          <ac:spMkLst>
            <pc:docMk/>
            <pc:sldMasterMk cId="1965554950" sldId="2147483708"/>
            <ac:spMk id="5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23:21.230" v="0"/>
          <ac:spMkLst>
            <pc:docMk/>
            <pc:sldMasterMk cId="1965554950" sldId="2147483708"/>
            <ac:spMk id="6" creationId="{00000000-0000-0000-0000-000000000000}"/>
          </ac:spMkLst>
        </pc:spChg>
        <pc:sldLayoutChg chg="modSp">
          <pc:chgData name="Jingfeng Wu" userId="dbe85c2a-e248-4c4d-b554-7f78c7d699f3" providerId="ADAL" clId="{37EA3EDC-120A-E64C-9A5F-00730DF11053}" dt="2021-03-17T02:23:21.230" v="0"/>
          <pc:sldLayoutMkLst>
            <pc:docMk/>
            <pc:sldMasterMk cId="1965554950" sldId="2147483708"/>
            <pc:sldLayoutMk cId="1430277913" sldId="2147483709"/>
          </pc:sldLayoutMkLst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1430277913" sldId="2147483709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1430277913" sldId="2147483709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3:21.230" v="0"/>
          <pc:sldLayoutMkLst>
            <pc:docMk/>
            <pc:sldMasterMk cId="1965554950" sldId="2147483708"/>
            <pc:sldLayoutMk cId="2686877439" sldId="2147483711"/>
          </pc:sldLayoutMkLst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2686877439" sldId="2147483711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2686877439" sldId="2147483711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3:21.230" v="0"/>
          <pc:sldLayoutMkLst>
            <pc:docMk/>
            <pc:sldMasterMk cId="1965554950" sldId="2147483708"/>
            <pc:sldLayoutMk cId="191255646" sldId="2147483712"/>
          </pc:sldLayoutMkLst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191255646" sldId="2147483712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191255646" sldId="2147483712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3:21.230" v="0"/>
          <pc:sldLayoutMkLst>
            <pc:docMk/>
            <pc:sldMasterMk cId="1965554950" sldId="2147483708"/>
            <pc:sldLayoutMk cId="2449842470" sldId="2147483713"/>
          </pc:sldLayoutMkLst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2449842470" sldId="2147483713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2449842470" sldId="2147483713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2449842470" sldId="2147483713"/>
              <ac:spMk id="4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2449842470" sldId="2147483713"/>
              <ac:spMk id="5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2449842470" sldId="2147483713"/>
              <ac:spMk id="6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3:21.230" v="0"/>
          <pc:sldLayoutMkLst>
            <pc:docMk/>
            <pc:sldMasterMk cId="1965554950" sldId="2147483708"/>
            <pc:sldLayoutMk cId="3195024357" sldId="2147483716"/>
          </pc:sldLayoutMkLst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3195024357" sldId="2147483716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3195024357" sldId="2147483716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3195024357" sldId="2147483716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3:21.230" v="0"/>
          <pc:sldLayoutMkLst>
            <pc:docMk/>
            <pc:sldMasterMk cId="1965554950" sldId="2147483708"/>
            <pc:sldLayoutMk cId="619333759" sldId="2147483717"/>
          </pc:sldLayoutMkLst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619333759" sldId="2147483717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619333759" sldId="2147483717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619333759" sldId="2147483717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3:21.230" v="0"/>
          <pc:sldLayoutMkLst>
            <pc:docMk/>
            <pc:sldMasterMk cId="1965554950" sldId="2147483708"/>
            <pc:sldLayoutMk cId="971322694" sldId="2147483719"/>
          </pc:sldLayoutMkLst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971322694" sldId="2147483719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3:21.230" v="0"/>
            <ac:spMkLst>
              <pc:docMk/>
              <pc:sldMasterMk cId="1965554950" sldId="2147483708"/>
              <pc:sldLayoutMk cId="971322694" sldId="2147483719"/>
              <ac:spMk id="3" creationId="{00000000-0000-0000-0000-000000000000}"/>
            </ac:spMkLst>
          </pc:spChg>
        </pc:sldLayoutChg>
      </pc:sldMasterChg>
      <pc:sldMasterChg chg="modSp modSldLayout">
        <pc:chgData name="Jingfeng Wu" userId="dbe85c2a-e248-4c4d-b554-7f78c7d699f3" providerId="ADAL" clId="{37EA3EDC-120A-E64C-9A5F-00730DF11053}" dt="2021-03-17T02:25:23.092" v="14"/>
        <pc:sldMasterMkLst>
          <pc:docMk/>
          <pc:sldMasterMk cId="2918093251" sldId="2147483720"/>
        </pc:sldMasterMkLst>
        <pc:spChg chg="mod">
          <ac:chgData name="Jingfeng Wu" userId="dbe85c2a-e248-4c4d-b554-7f78c7d699f3" providerId="ADAL" clId="{37EA3EDC-120A-E64C-9A5F-00730DF11053}" dt="2021-03-17T02:25:23.092" v="14"/>
          <ac:spMkLst>
            <pc:docMk/>
            <pc:sldMasterMk cId="2918093251" sldId="2147483720"/>
            <ac:spMk id="2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25:23.092" v="14"/>
          <ac:spMkLst>
            <pc:docMk/>
            <pc:sldMasterMk cId="2918093251" sldId="2147483720"/>
            <ac:spMk id="3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25:23.092" v="14"/>
          <ac:spMkLst>
            <pc:docMk/>
            <pc:sldMasterMk cId="2918093251" sldId="2147483720"/>
            <ac:spMk id="4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25:23.092" v="14"/>
          <ac:spMkLst>
            <pc:docMk/>
            <pc:sldMasterMk cId="2918093251" sldId="2147483720"/>
            <ac:spMk id="5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25:23.092" v="14"/>
          <ac:spMkLst>
            <pc:docMk/>
            <pc:sldMasterMk cId="2918093251" sldId="2147483720"/>
            <ac:spMk id="6" creationId="{00000000-0000-0000-0000-000000000000}"/>
          </ac:spMkLst>
        </pc:spChg>
        <pc:sldLayoutChg chg="modSp">
          <pc:chgData name="Jingfeng Wu" userId="dbe85c2a-e248-4c4d-b554-7f78c7d699f3" providerId="ADAL" clId="{37EA3EDC-120A-E64C-9A5F-00730DF11053}" dt="2021-03-17T02:25:23.092" v="14"/>
          <pc:sldLayoutMkLst>
            <pc:docMk/>
            <pc:sldMasterMk cId="2918093251" sldId="2147483720"/>
            <pc:sldLayoutMk cId="2229055807" sldId="2147483721"/>
          </pc:sldLayoutMkLst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229055807" sldId="2147483721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229055807" sldId="2147483721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5:23.092" v="14"/>
          <pc:sldLayoutMkLst>
            <pc:docMk/>
            <pc:sldMasterMk cId="2918093251" sldId="2147483720"/>
            <pc:sldLayoutMk cId="954888414" sldId="2147483723"/>
          </pc:sldLayoutMkLst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954888414" sldId="2147483723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954888414" sldId="2147483723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5:23.092" v="14"/>
          <pc:sldLayoutMkLst>
            <pc:docMk/>
            <pc:sldMasterMk cId="2918093251" sldId="2147483720"/>
            <pc:sldLayoutMk cId="2675138997" sldId="2147483724"/>
          </pc:sldLayoutMkLst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675138997" sldId="2147483724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675138997" sldId="2147483724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5:23.092" v="14"/>
          <pc:sldLayoutMkLst>
            <pc:docMk/>
            <pc:sldMasterMk cId="2918093251" sldId="2147483720"/>
            <pc:sldLayoutMk cId="2651853825" sldId="2147483725"/>
          </pc:sldLayoutMkLst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651853825" sldId="214748372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651853825" sldId="2147483725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651853825" sldId="2147483725"/>
              <ac:spMk id="4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651853825" sldId="2147483725"/>
              <ac:spMk id="5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651853825" sldId="2147483725"/>
              <ac:spMk id="6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5:23.092" v="14"/>
          <pc:sldLayoutMkLst>
            <pc:docMk/>
            <pc:sldMasterMk cId="2918093251" sldId="2147483720"/>
            <pc:sldLayoutMk cId="2034923314" sldId="2147483728"/>
          </pc:sldLayoutMkLst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034923314" sldId="2147483728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034923314" sldId="2147483728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034923314" sldId="2147483728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5:23.092" v="14"/>
          <pc:sldLayoutMkLst>
            <pc:docMk/>
            <pc:sldMasterMk cId="2918093251" sldId="2147483720"/>
            <pc:sldLayoutMk cId="2126504455" sldId="2147483729"/>
          </pc:sldLayoutMkLst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126504455" sldId="2147483729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126504455" sldId="2147483729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2126504455" sldId="2147483729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25:23.092" v="14"/>
          <pc:sldLayoutMkLst>
            <pc:docMk/>
            <pc:sldMasterMk cId="2918093251" sldId="2147483720"/>
            <pc:sldLayoutMk cId="818850514" sldId="2147483731"/>
          </pc:sldLayoutMkLst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818850514" sldId="2147483731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25:23.092" v="14"/>
            <ac:spMkLst>
              <pc:docMk/>
              <pc:sldMasterMk cId="2918093251" sldId="2147483720"/>
              <pc:sldLayoutMk cId="818850514" sldId="2147483731"/>
              <ac:spMk id="3" creationId="{00000000-0000-0000-0000-000000000000}"/>
            </ac:spMkLst>
          </pc:spChg>
        </pc:sldLayoutChg>
      </pc:sldMasterChg>
      <pc:sldMasterChg chg="modSp modSldLayout">
        <pc:chgData name="Jingfeng Wu" userId="dbe85c2a-e248-4c4d-b554-7f78c7d699f3" providerId="ADAL" clId="{37EA3EDC-120A-E64C-9A5F-00730DF11053}" dt="2021-03-17T02:33:37.557" v="59"/>
        <pc:sldMasterMkLst>
          <pc:docMk/>
          <pc:sldMasterMk cId="783769165" sldId="2147483732"/>
        </pc:sldMasterMkLst>
        <pc:spChg chg="mod">
          <ac:chgData name="Jingfeng Wu" userId="dbe85c2a-e248-4c4d-b554-7f78c7d699f3" providerId="ADAL" clId="{37EA3EDC-120A-E64C-9A5F-00730DF11053}" dt="2021-03-17T02:33:37.557" v="59"/>
          <ac:spMkLst>
            <pc:docMk/>
            <pc:sldMasterMk cId="783769165" sldId="2147483732"/>
            <ac:spMk id="2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33:37.557" v="59"/>
          <ac:spMkLst>
            <pc:docMk/>
            <pc:sldMasterMk cId="783769165" sldId="2147483732"/>
            <ac:spMk id="3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33:37.557" v="59"/>
          <ac:spMkLst>
            <pc:docMk/>
            <pc:sldMasterMk cId="783769165" sldId="2147483732"/>
            <ac:spMk id="4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33:37.557" v="59"/>
          <ac:spMkLst>
            <pc:docMk/>
            <pc:sldMasterMk cId="783769165" sldId="2147483732"/>
            <ac:spMk id="5" creationId="{00000000-0000-0000-0000-000000000000}"/>
          </ac:spMkLst>
        </pc:spChg>
        <pc:spChg chg="mod">
          <ac:chgData name="Jingfeng Wu" userId="dbe85c2a-e248-4c4d-b554-7f78c7d699f3" providerId="ADAL" clId="{37EA3EDC-120A-E64C-9A5F-00730DF11053}" dt="2021-03-17T02:33:37.557" v="59"/>
          <ac:spMkLst>
            <pc:docMk/>
            <pc:sldMasterMk cId="783769165" sldId="2147483732"/>
            <ac:spMk id="6" creationId="{00000000-0000-0000-0000-000000000000}"/>
          </ac:spMkLst>
        </pc:spChg>
        <pc:sldLayoutChg chg="modSp">
          <pc:chgData name="Jingfeng Wu" userId="dbe85c2a-e248-4c4d-b554-7f78c7d699f3" providerId="ADAL" clId="{37EA3EDC-120A-E64C-9A5F-00730DF11053}" dt="2021-03-17T02:33:37.557" v="59"/>
          <pc:sldLayoutMkLst>
            <pc:docMk/>
            <pc:sldMasterMk cId="783769165" sldId="2147483732"/>
            <pc:sldLayoutMk cId="3660345656" sldId="2147483733"/>
          </pc:sldLayoutMkLst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3660345656" sldId="2147483733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3660345656" sldId="2147483733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33:37.557" v="59"/>
          <pc:sldLayoutMkLst>
            <pc:docMk/>
            <pc:sldMasterMk cId="783769165" sldId="2147483732"/>
            <pc:sldLayoutMk cId="3383589471" sldId="2147483735"/>
          </pc:sldLayoutMkLst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3383589471" sldId="214748373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3383589471" sldId="2147483735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33:37.557" v="59"/>
          <pc:sldLayoutMkLst>
            <pc:docMk/>
            <pc:sldMasterMk cId="783769165" sldId="2147483732"/>
            <pc:sldLayoutMk cId="2416968792" sldId="2147483736"/>
          </pc:sldLayoutMkLst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2416968792" sldId="2147483736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2416968792" sldId="2147483736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33:37.557" v="59"/>
          <pc:sldLayoutMkLst>
            <pc:docMk/>
            <pc:sldMasterMk cId="783769165" sldId="2147483732"/>
            <pc:sldLayoutMk cId="2556283506" sldId="2147483737"/>
          </pc:sldLayoutMkLst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2556283506" sldId="2147483737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2556283506" sldId="2147483737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2556283506" sldId="2147483737"/>
              <ac:spMk id="4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2556283506" sldId="2147483737"/>
              <ac:spMk id="5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2556283506" sldId="2147483737"/>
              <ac:spMk id="6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33:37.557" v="59"/>
          <pc:sldLayoutMkLst>
            <pc:docMk/>
            <pc:sldMasterMk cId="783769165" sldId="2147483732"/>
            <pc:sldLayoutMk cId="1595009263" sldId="2147483740"/>
          </pc:sldLayoutMkLst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1595009263" sldId="2147483740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1595009263" sldId="2147483740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1595009263" sldId="2147483740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33:37.557" v="59"/>
          <pc:sldLayoutMkLst>
            <pc:docMk/>
            <pc:sldMasterMk cId="783769165" sldId="2147483732"/>
            <pc:sldLayoutMk cId="1693037770" sldId="2147483741"/>
          </pc:sldLayoutMkLst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1693037770" sldId="2147483741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1693037770" sldId="2147483741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1693037770" sldId="2147483741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37EA3EDC-120A-E64C-9A5F-00730DF11053}" dt="2021-03-17T02:33:37.557" v="59"/>
          <pc:sldLayoutMkLst>
            <pc:docMk/>
            <pc:sldMasterMk cId="783769165" sldId="2147483732"/>
            <pc:sldLayoutMk cId="941582328" sldId="2147483743"/>
          </pc:sldLayoutMkLst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941582328" sldId="2147483743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37EA3EDC-120A-E64C-9A5F-00730DF11053}" dt="2021-03-17T02:33:37.557" v="59"/>
            <ac:spMkLst>
              <pc:docMk/>
              <pc:sldMasterMk cId="783769165" sldId="2147483732"/>
              <pc:sldLayoutMk cId="941582328" sldId="2147483743"/>
              <ac:spMk id="3" creationId="{00000000-0000-0000-0000-000000000000}"/>
            </ac:spMkLst>
          </pc:spChg>
        </pc:sldLayoutChg>
      </pc:sldMasterChg>
    </pc:docChg>
  </pc:docChgLst>
  <pc:docChgLst>
    <pc:chgData name="Jingfeng Wu" userId="dbe85c2a-e248-4c4d-b554-7f78c7d699f3" providerId="ADAL" clId="{97CDBAA2-DB00-D04B-802D-D0B5D559F907}"/>
    <pc:docChg chg="undo custSel modSld modMainMaster modNotesMaster">
      <pc:chgData name="Jingfeng Wu" userId="dbe85c2a-e248-4c4d-b554-7f78c7d699f3" providerId="ADAL" clId="{97CDBAA2-DB00-D04B-802D-D0B5D559F907}" dt="2020-11-28T01:33:38.541" v="1255" actId="14100"/>
      <pc:docMkLst>
        <pc:docMk/>
      </pc:docMkLst>
      <pc:sldChg chg="addSp delSp modSp mod modNotes">
        <pc:chgData name="Jingfeng Wu" userId="dbe85c2a-e248-4c4d-b554-7f78c7d699f3" providerId="ADAL" clId="{97CDBAA2-DB00-D04B-802D-D0B5D559F907}" dt="2020-11-28T01:33:38.541" v="1255" actId="14100"/>
        <pc:sldMkLst>
          <pc:docMk/>
          <pc:sldMk cId="671970020" sldId="256"/>
        </pc:sldMkLst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2" creationId="{CE570F67-E5C4-1744-BCA5-79E3F5A951C8}"/>
          </ac:spMkLst>
        </pc:spChg>
        <pc:spChg chg="add del mod">
          <ac:chgData name="Jingfeng Wu" userId="dbe85c2a-e248-4c4d-b554-7f78c7d699f3" providerId="ADAL" clId="{97CDBAA2-DB00-D04B-802D-D0B5D559F907}" dt="2020-11-27T21:29:37.245" v="346" actId="478"/>
          <ac:spMkLst>
            <pc:docMk/>
            <pc:sldMk cId="671970020" sldId="256"/>
            <ac:spMk id="3" creationId="{6EDE2C60-C468-BF46-AA51-859EF9796B4D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4" creationId="{1CDB7B0D-A563-CB42-BE35-01CA100E77F5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11" creationId="{B9BEEC04-E1E3-144B-A00F-97CA7B6E8898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12" creationId="{653DD0DE-5CED-014B-ADE3-1E3AFFD477FA}"/>
          </ac:spMkLst>
        </pc:spChg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14" creationId="{090E6A87-8E3B-9241-8E0E-8D363BF917FE}"/>
          </ac:spMkLst>
        </pc:spChg>
        <pc:spChg chg="add del mod">
          <ac:chgData name="Jingfeng Wu" userId="dbe85c2a-e248-4c4d-b554-7f78c7d699f3" providerId="ADAL" clId="{97CDBAA2-DB00-D04B-802D-D0B5D559F907}" dt="2020-11-27T21:22:21.693" v="96"/>
          <ac:spMkLst>
            <pc:docMk/>
            <pc:sldMk cId="671970020" sldId="256"/>
            <ac:spMk id="15" creationId="{80ACB17F-ACF6-A142-88F4-F2B1EFF55EB9}"/>
          </ac:spMkLst>
        </pc:spChg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16" creationId="{D2F6D0BA-BF6B-EE4C-83C3-824084266ADA}"/>
          </ac:spMkLst>
        </pc:spChg>
        <pc:spChg chg="add del mod">
          <ac:chgData name="Jingfeng Wu" userId="dbe85c2a-e248-4c4d-b554-7f78c7d699f3" providerId="ADAL" clId="{97CDBAA2-DB00-D04B-802D-D0B5D559F907}" dt="2020-11-27T21:38:34.792" v="422" actId="767"/>
          <ac:spMkLst>
            <pc:docMk/>
            <pc:sldMk cId="671970020" sldId="256"/>
            <ac:spMk id="17" creationId="{F96E1B1F-2820-664D-A831-61B815353B26}"/>
          </ac:spMkLst>
        </pc:spChg>
        <pc:spChg chg="add mod">
          <ac:chgData name="Jingfeng Wu" userId="dbe85c2a-e248-4c4d-b554-7f78c7d699f3" providerId="ADAL" clId="{97CDBAA2-DB00-D04B-802D-D0B5D559F907}" dt="2020-11-28T01:33:38.541" v="1255" actId="14100"/>
          <ac:spMkLst>
            <pc:docMk/>
            <pc:sldMk cId="671970020" sldId="256"/>
            <ac:spMk id="20" creationId="{55BFF085-C218-3749-82AB-33DD2E363257}"/>
          </ac:spMkLst>
        </pc:spChg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29" creationId="{F6D04979-68EF-0348-BCE9-D57D3A0D991D}"/>
          </ac:spMkLst>
        </pc:spChg>
        <pc:spChg chg="add mod">
          <ac:chgData name="Jingfeng Wu" userId="dbe85c2a-e248-4c4d-b554-7f78c7d699f3" providerId="ADAL" clId="{97CDBAA2-DB00-D04B-802D-D0B5D559F907}" dt="2020-11-28T01:07:00.628" v="1251"/>
          <ac:spMkLst>
            <pc:docMk/>
            <pc:sldMk cId="671970020" sldId="256"/>
            <ac:spMk id="30" creationId="{67E9BAD3-1141-754D-9AFC-7A6A216CD6AA}"/>
          </ac:spMkLst>
        </pc:spChg>
        <pc:grpChg chg="add mod">
          <ac:chgData name="Jingfeng Wu" userId="dbe85c2a-e248-4c4d-b554-7f78c7d699f3" providerId="ADAL" clId="{97CDBAA2-DB00-D04B-802D-D0B5D559F907}" dt="2020-11-28T01:07:00.628" v="1251"/>
          <ac:grpSpMkLst>
            <pc:docMk/>
            <pc:sldMk cId="671970020" sldId="256"/>
            <ac:grpSpMk id="21" creationId="{C6F02D8B-C99D-AC4A-99EA-6539BA137C24}"/>
          </ac:grpSpMkLst>
        </pc:grpChg>
        <pc:grpChg chg="add mod">
          <ac:chgData name="Jingfeng Wu" userId="dbe85c2a-e248-4c4d-b554-7f78c7d699f3" providerId="ADAL" clId="{97CDBAA2-DB00-D04B-802D-D0B5D559F907}" dt="2020-11-28T01:07:00.628" v="1251"/>
          <ac:grpSpMkLst>
            <pc:docMk/>
            <pc:sldMk cId="671970020" sldId="256"/>
            <ac:grpSpMk id="31" creationId="{A511B743-FA3A-144B-B456-1176EC42F99D}"/>
          </ac:grpSpMkLst>
        </pc:grpChg>
        <pc:grpChg chg="add mod">
          <ac:chgData name="Jingfeng Wu" userId="dbe85c2a-e248-4c4d-b554-7f78c7d699f3" providerId="ADAL" clId="{97CDBAA2-DB00-D04B-802D-D0B5D559F907}" dt="2020-11-28T01:07:00.628" v="1251"/>
          <ac:grpSpMkLst>
            <pc:docMk/>
            <pc:sldMk cId="671970020" sldId="256"/>
            <ac:grpSpMk id="32" creationId="{F78C0248-5820-DB4A-BA1B-CE6D6CA6ABB3}"/>
          </ac:grpSpMkLst>
        </pc:grpChg>
        <pc:graphicFrameChg chg="add mod modGraphic">
          <ac:chgData name="Jingfeng Wu" userId="dbe85c2a-e248-4c4d-b554-7f78c7d699f3" providerId="ADAL" clId="{97CDBAA2-DB00-D04B-802D-D0B5D559F907}" dt="2020-11-28T01:07:00.628" v="1251"/>
          <ac:graphicFrameMkLst>
            <pc:docMk/>
            <pc:sldMk cId="671970020" sldId="256"/>
            <ac:graphicFrameMk id="13" creationId="{DE685536-6A7D-F142-A9D0-A5F8F3631DF4}"/>
          </ac:graphicFrameMkLst>
        </pc:graphicFrameChg>
        <pc:graphicFrameChg chg="add del mod">
          <ac:chgData name="Jingfeng Wu" userId="dbe85c2a-e248-4c4d-b554-7f78c7d699f3" providerId="ADAL" clId="{97CDBAA2-DB00-D04B-802D-D0B5D559F907}" dt="2020-11-27T22:20:04.456" v="784" actId="478"/>
          <ac:graphicFrameMkLst>
            <pc:docMk/>
            <pc:sldMk cId="671970020" sldId="256"/>
            <ac:graphicFrameMk id="26" creationId="{A5293C8C-CE6F-9146-876B-2F0BC8BD56CC}"/>
          </ac:graphicFrameMkLst>
        </pc:graphicFrameChg>
        <pc:graphicFrameChg chg="add del mod">
          <ac:chgData name="Jingfeng Wu" userId="dbe85c2a-e248-4c4d-b554-7f78c7d699f3" providerId="ADAL" clId="{97CDBAA2-DB00-D04B-802D-D0B5D559F907}" dt="2020-11-28T00:00:57.326" v="850" actId="478"/>
          <ac:graphicFrameMkLst>
            <pc:docMk/>
            <pc:sldMk cId="671970020" sldId="256"/>
            <ac:graphicFrameMk id="27" creationId="{3B1E9C78-A808-8C45-A0F9-13FA706A9B4C}"/>
          </ac:graphicFrameMkLst>
        </pc:graphicFrameChg>
        <pc:graphicFrameChg chg="add del mod">
          <ac:chgData name="Jingfeng Wu" userId="dbe85c2a-e248-4c4d-b554-7f78c7d699f3" providerId="ADAL" clId="{97CDBAA2-DB00-D04B-802D-D0B5D559F907}" dt="2020-11-27T22:22:13.954" v="802" actId="478"/>
          <ac:graphicFrameMkLst>
            <pc:docMk/>
            <pc:sldMk cId="671970020" sldId="256"/>
            <ac:graphicFrameMk id="28" creationId="{AF3636CA-92FE-C044-89FB-663089226EAC}"/>
          </ac:graphicFrameMkLst>
        </pc:graphicFrameChg>
        <pc:picChg chg="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5" creationId="{DBA360D8-160A-BA46-BFB3-3C8AD784AE16}"/>
          </ac:picMkLst>
        </pc:picChg>
        <pc:picChg chg="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6" creationId="{91034C4D-0CB3-7847-BD81-4DD965DF7D19}"/>
          </ac:picMkLst>
        </pc:picChg>
        <pc:picChg chg="del mod">
          <ac:chgData name="Jingfeng Wu" userId="dbe85c2a-e248-4c4d-b554-7f78c7d699f3" providerId="ADAL" clId="{97CDBAA2-DB00-D04B-802D-D0B5D559F907}" dt="2020-11-28T00:45:52.003" v="1183" actId="478"/>
          <ac:picMkLst>
            <pc:docMk/>
            <pc:sldMk cId="671970020" sldId="256"/>
            <ac:picMk id="7" creationId="{7153461C-5DB1-554A-84B9-D62D9A871698}"/>
          </ac:picMkLst>
        </pc:picChg>
        <pc:picChg chg="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8" creationId="{72E96CD4-DCE1-7E41-9A65-E32C61C1A848}"/>
          </ac:picMkLst>
        </pc:picChg>
        <pc:picChg chg="del mod">
          <ac:chgData name="Jingfeng Wu" userId="dbe85c2a-e248-4c4d-b554-7f78c7d699f3" providerId="ADAL" clId="{97CDBAA2-DB00-D04B-802D-D0B5D559F907}" dt="2020-11-27T21:55:33.191" v="666" actId="478"/>
          <ac:picMkLst>
            <pc:docMk/>
            <pc:sldMk cId="671970020" sldId="256"/>
            <ac:picMk id="9" creationId="{F2B4F8C1-FAA0-234F-8555-C8E37055BB2C}"/>
          </ac:picMkLst>
        </pc:picChg>
        <pc:picChg chg="del mod">
          <ac:chgData name="Jingfeng Wu" userId="dbe85c2a-e248-4c4d-b554-7f78c7d699f3" providerId="ADAL" clId="{97CDBAA2-DB00-D04B-802D-D0B5D559F907}" dt="2020-11-27T21:55:33.191" v="666" actId="478"/>
          <ac:picMkLst>
            <pc:docMk/>
            <pc:sldMk cId="671970020" sldId="256"/>
            <ac:picMk id="10" creationId="{BEED25C1-9E0E-B844-A313-BF6875D76094}"/>
          </ac:picMkLst>
        </pc:picChg>
        <pc:picChg chg="add 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19" creationId="{8F945576-C650-0D4F-B873-A19114164689}"/>
          </ac:picMkLst>
        </pc:picChg>
        <pc:picChg chg="add del mod">
          <ac:chgData name="Jingfeng Wu" userId="dbe85c2a-e248-4c4d-b554-7f78c7d699f3" providerId="ADAL" clId="{97CDBAA2-DB00-D04B-802D-D0B5D559F907}" dt="2020-11-27T22:13:03.870" v="759" actId="931"/>
          <ac:picMkLst>
            <pc:docMk/>
            <pc:sldMk cId="671970020" sldId="256"/>
            <ac:picMk id="23" creationId="{B3A7EF44-684C-8F4E-8A15-849750A8EFAF}"/>
          </ac:picMkLst>
        </pc:picChg>
        <pc:picChg chg="add mod">
          <ac:chgData name="Jingfeng Wu" userId="dbe85c2a-e248-4c4d-b554-7f78c7d699f3" providerId="ADAL" clId="{97CDBAA2-DB00-D04B-802D-D0B5D559F907}" dt="2020-11-28T01:07:00.628" v="1251"/>
          <ac:picMkLst>
            <pc:docMk/>
            <pc:sldMk cId="671970020" sldId="256"/>
            <ac:picMk id="25" creationId="{A210F99E-06FF-8443-B8AD-AA136C26FD88}"/>
          </ac:picMkLst>
        </pc:picChg>
      </pc:sldChg>
      <pc:sldMasterChg chg="modSp modSldLayout">
        <pc:chgData name="Jingfeng Wu" userId="dbe85c2a-e248-4c4d-b554-7f78c7d699f3" providerId="ADAL" clId="{97CDBAA2-DB00-D04B-802D-D0B5D559F907}" dt="2020-11-28T01:01:09.963" v="1250"/>
        <pc:sldMasterMkLst>
          <pc:docMk/>
          <pc:sldMasterMk cId="4078090964" sldId="2147483684"/>
        </pc:sldMasterMkLst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2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3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4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5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1:09.963" v="1250"/>
          <ac:spMkLst>
            <pc:docMk/>
            <pc:sldMasterMk cId="4078090964" sldId="2147483684"/>
            <ac:spMk id="6" creationId="{00000000-0000-0000-0000-000000000000}"/>
          </ac:spMkLst>
        </pc:sp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3390799809" sldId="2147483685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0799809" sldId="214748368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0799809" sldId="2147483685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1181418118" sldId="2147483687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181418118" sldId="2147483687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181418118" sldId="2147483687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3656917709" sldId="2147483688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656917709" sldId="2147483688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656917709" sldId="2147483688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1209886172" sldId="2147483689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4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5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1209886172" sldId="2147483689"/>
              <ac:spMk id="6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3398621018" sldId="2147483692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8621018" sldId="2147483692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8621018" sldId="2147483692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3398621018" sldId="2147483692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2891566410" sldId="2147483693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2891566410" sldId="2147483693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2891566410" sldId="2147483693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2891566410" sldId="2147483693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1:09.963" v="1250"/>
          <pc:sldLayoutMkLst>
            <pc:docMk/>
            <pc:sldMasterMk cId="4078090964" sldId="2147483684"/>
            <pc:sldLayoutMk cId="4215722528" sldId="2147483695"/>
          </pc:sldLayoutMkLst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4215722528" sldId="214748369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1:09.963" v="1250"/>
            <ac:spMkLst>
              <pc:docMk/>
              <pc:sldMasterMk cId="4078090964" sldId="2147483684"/>
              <pc:sldLayoutMk cId="4215722528" sldId="2147483695"/>
              <ac:spMk id="3" creationId="{00000000-0000-0000-0000-000000000000}"/>
            </ac:spMkLst>
          </pc:spChg>
        </pc:sldLayoutChg>
      </pc:sldMasterChg>
      <pc:sldMasterChg chg="modSp modSldLayout">
        <pc:chgData name="Jingfeng Wu" userId="dbe85c2a-e248-4c4d-b554-7f78c7d699f3" providerId="ADAL" clId="{97CDBAA2-DB00-D04B-802D-D0B5D559F907}" dt="2020-11-28T01:07:00.628" v="1251"/>
        <pc:sldMasterMkLst>
          <pc:docMk/>
          <pc:sldMasterMk cId="4234702168" sldId="2147483696"/>
        </pc:sldMasterMkLst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2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3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4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5" creationId="{00000000-0000-0000-0000-000000000000}"/>
          </ac:spMkLst>
        </pc:spChg>
        <pc:spChg chg="mod">
          <ac:chgData name="Jingfeng Wu" userId="dbe85c2a-e248-4c4d-b554-7f78c7d699f3" providerId="ADAL" clId="{97CDBAA2-DB00-D04B-802D-D0B5D559F907}" dt="2020-11-28T01:07:00.628" v="1251"/>
          <ac:spMkLst>
            <pc:docMk/>
            <pc:sldMasterMk cId="4234702168" sldId="2147483696"/>
            <ac:spMk id="6" creationId="{00000000-0000-0000-0000-000000000000}"/>
          </ac:spMkLst>
        </pc:sp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2415356546" sldId="2147483697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2415356546" sldId="2147483697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2415356546" sldId="2147483697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3401766521" sldId="2147483699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401766521" sldId="2147483699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401766521" sldId="2147483699"/>
              <ac:spMk id="3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2459470658" sldId="2147483700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2459470658" sldId="2147483700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2459470658" sldId="2147483700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3340408472" sldId="2147483701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4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5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3340408472" sldId="2147483701"/>
              <ac:spMk id="6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1775517445" sldId="2147483704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775517445" sldId="2147483704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775517445" sldId="2147483704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775517445" sldId="2147483704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109012103" sldId="2147483705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09012103" sldId="2147483705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09012103" sldId="2147483705"/>
              <ac:spMk id="3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09012103" sldId="2147483705"/>
              <ac:spMk id="4" creationId="{00000000-0000-0000-0000-000000000000}"/>
            </ac:spMkLst>
          </pc:spChg>
        </pc:sldLayoutChg>
        <pc:sldLayoutChg chg="modSp">
          <pc:chgData name="Jingfeng Wu" userId="dbe85c2a-e248-4c4d-b554-7f78c7d699f3" providerId="ADAL" clId="{97CDBAA2-DB00-D04B-802D-D0B5D559F907}" dt="2020-11-28T01:07:00.628" v="1251"/>
          <pc:sldLayoutMkLst>
            <pc:docMk/>
            <pc:sldMasterMk cId="4234702168" sldId="2147483696"/>
            <pc:sldLayoutMk cId="1476930878" sldId="2147483707"/>
          </pc:sldLayoutMkLst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476930878" sldId="2147483707"/>
              <ac:spMk id="2" creationId="{00000000-0000-0000-0000-000000000000}"/>
            </ac:spMkLst>
          </pc:spChg>
          <pc:spChg chg="mod">
            <ac:chgData name="Jingfeng Wu" userId="dbe85c2a-e248-4c4d-b554-7f78c7d699f3" providerId="ADAL" clId="{97CDBAA2-DB00-D04B-802D-D0B5D559F907}" dt="2020-11-28T01:07:00.628" v="1251"/>
            <ac:spMkLst>
              <pc:docMk/>
              <pc:sldMasterMk cId="4234702168" sldId="2147483696"/>
              <pc:sldLayoutMk cId="1476930878" sldId="2147483707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30ABA-D9A2-CD42-B1C9-C12DE42C56E9}" type="datetimeFigureOut">
              <a:rPr lang="en-US" smtClean="0"/>
              <a:t>3/16/21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DC8DE-8D8F-F94B-9045-A470A1CD8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03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1pPr>
    <a:lvl2pPr marL="1872838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2pPr>
    <a:lvl3pPr marL="3745678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3pPr>
    <a:lvl4pPr marL="5618512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4pPr>
    <a:lvl5pPr marL="7491348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5pPr>
    <a:lvl6pPr marL="9364188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6pPr>
    <a:lvl7pPr marL="11237026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7pPr>
    <a:lvl8pPr marL="13109866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8pPr>
    <a:lvl9pPr marL="14982700" algn="l" defTabSz="3745678" rtl="0" eaLnBrk="1" latinLnBrk="0" hangingPunct="1">
      <a:defRPr sz="491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14425" y="1143000"/>
            <a:ext cx="4629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DDC8DE-8D8F-F94B-9045-A470A1CD8D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70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591562"/>
            <a:ext cx="27980640" cy="7640320"/>
          </a:xfrm>
        </p:spPr>
        <p:txBody>
          <a:bodyPr anchor="b"/>
          <a:lstStyle>
            <a:lvl1pPr algn="ctr"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7680"/>
            </a:lvl1pPr>
            <a:lvl2pPr marL="1463040" indent="0" algn="ctr">
              <a:buNone/>
              <a:defRPr sz="6400"/>
            </a:lvl2pPr>
            <a:lvl3pPr marL="2926080" indent="0" algn="ctr">
              <a:buNone/>
              <a:defRPr sz="5760"/>
            </a:lvl3pPr>
            <a:lvl4pPr marL="4389120" indent="0" algn="ctr">
              <a:buNone/>
              <a:defRPr sz="5120"/>
            </a:lvl4pPr>
            <a:lvl5pPr marL="5852160" indent="0" algn="ctr">
              <a:buNone/>
              <a:defRPr sz="5120"/>
            </a:lvl5pPr>
            <a:lvl6pPr marL="7315200" indent="0" algn="ctr">
              <a:buNone/>
              <a:defRPr sz="5120"/>
            </a:lvl6pPr>
            <a:lvl7pPr marL="8778240" indent="0" algn="ctr">
              <a:buNone/>
              <a:defRPr sz="5120"/>
            </a:lvl7pPr>
            <a:lvl8pPr marL="10241280" indent="0" algn="ctr">
              <a:buNone/>
              <a:defRPr sz="5120"/>
            </a:lvl8pPr>
            <a:lvl9pPr marL="11704320" indent="0" algn="ctr">
              <a:buNone/>
              <a:defRPr sz="5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1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82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5471167"/>
            <a:ext cx="28392120" cy="9128758"/>
          </a:xfrm>
        </p:spPr>
        <p:txBody>
          <a:bodyPr anchor="b"/>
          <a:lstStyle>
            <a:lvl1pPr>
              <a:defRPr sz="19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14686287"/>
            <a:ext cx="28392120" cy="4800598"/>
          </a:xfrm>
        </p:spPr>
        <p:txBody>
          <a:bodyPr/>
          <a:lstStyle>
            <a:lvl1pPr marL="0" indent="0">
              <a:buNone/>
              <a:defRPr sz="7680">
                <a:solidFill>
                  <a:schemeClr val="tx1"/>
                </a:solidFill>
              </a:defRPr>
            </a:lvl1pPr>
            <a:lvl2pPr marL="146304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2pPr>
            <a:lvl3pPr marL="29260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3pPr>
            <a:lvl4pPr marL="43891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4pPr>
            <a:lvl5pPr marL="585216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5pPr>
            <a:lvl6pPr marL="731520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6pPr>
            <a:lvl7pPr marL="877824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7pPr>
            <a:lvl8pPr marL="1024128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8pPr>
            <a:lvl9pPr marL="11704320" indent="0">
              <a:buNone/>
              <a:defRPr sz="51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9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168405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5379722"/>
            <a:ext cx="13926024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8016240"/>
            <a:ext cx="13926024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5379722"/>
            <a:ext cx="13994608" cy="2636518"/>
          </a:xfrm>
        </p:spPr>
        <p:txBody>
          <a:bodyPr anchor="b"/>
          <a:lstStyle>
            <a:lvl1pPr marL="0" indent="0">
              <a:buNone/>
              <a:defRPr sz="7680" b="1"/>
            </a:lvl1pPr>
            <a:lvl2pPr marL="1463040" indent="0">
              <a:buNone/>
              <a:defRPr sz="6400" b="1"/>
            </a:lvl2pPr>
            <a:lvl3pPr marL="2926080" indent="0">
              <a:buNone/>
              <a:defRPr sz="5760" b="1"/>
            </a:lvl3pPr>
            <a:lvl4pPr marL="4389120" indent="0">
              <a:buNone/>
              <a:defRPr sz="5120" b="1"/>
            </a:lvl4pPr>
            <a:lvl5pPr marL="5852160" indent="0">
              <a:buNone/>
              <a:defRPr sz="5120" b="1"/>
            </a:lvl5pPr>
            <a:lvl6pPr marL="7315200" indent="0">
              <a:buNone/>
              <a:defRPr sz="5120" b="1"/>
            </a:lvl6pPr>
            <a:lvl7pPr marL="8778240" indent="0">
              <a:buNone/>
              <a:defRPr sz="5120" b="1"/>
            </a:lvl7pPr>
            <a:lvl8pPr marL="10241280" indent="0">
              <a:buNone/>
              <a:defRPr sz="5120" b="1"/>
            </a:lvl8pPr>
            <a:lvl9pPr marL="11704320" indent="0">
              <a:buNone/>
              <a:defRPr sz="5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64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38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3159765"/>
            <a:ext cx="16664940" cy="15595600"/>
          </a:xfrm>
        </p:spPr>
        <p:txBody>
          <a:bodyPr/>
          <a:lstStyle>
            <a:lvl1pPr>
              <a:defRPr sz="10240"/>
            </a:lvl1pPr>
            <a:lvl2pPr>
              <a:defRPr sz="8960"/>
            </a:lvl2pPr>
            <a:lvl3pPr>
              <a:defRPr sz="768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65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1463040"/>
            <a:ext cx="10617041" cy="5120640"/>
          </a:xfrm>
        </p:spPr>
        <p:txBody>
          <a:bodyPr anchor="b"/>
          <a:lstStyle>
            <a:lvl1pPr>
              <a:defRPr sz="10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3159765"/>
            <a:ext cx="16664940" cy="15595600"/>
          </a:xfrm>
        </p:spPr>
        <p:txBody>
          <a:bodyPr anchor="t"/>
          <a:lstStyle>
            <a:lvl1pPr marL="0" indent="0">
              <a:buNone/>
              <a:defRPr sz="10240"/>
            </a:lvl1pPr>
            <a:lvl2pPr marL="1463040" indent="0">
              <a:buNone/>
              <a:defRPr sz="8960"/>
            </a:lvl2pPr>
            <a:lvl3pPr marL="2926080" indent="0">
              <a:buNone/>
              <a:defRPr sz="7680"/>
            </a:lvl3pPr>
            <a:lvl4pPr marL="4389120" indent="0">
              <a:buNone/>
              <a:defRPr sz="6400"/>
            </a:lvl4pPr>
            <a:lvl5pPr marL="5852160" indent="0">
              <a:buNone/>
              <a:defRPr sz="6400"/>
            </a:lvl5pPr>
            <a:lvl6pPr marL="7315200" indent="0">
              <a:buNone/>
              <a:defRPr sz="6400"/>
            </a:lvl6pPr>
            <a:lvl7pPr marL="8778240" indent="0">
              <a:buNone/>
              <a:defRPr sz="6400"/>
            </a:lvl7pPr>
            <a:lvl8pPr marL="10241280" indent="0">
              <a:buNone/>
              <a:defRPr sz="6400"/>
            </a:lvl8pPr>
            <a:lvl9pPr marL="11704320" indent="0">
              <a:buNone/>
              <a:defRPr sz="6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6583680"/>
            <a:ext cx="10617041" cy="12197082"/>
          </a:xfrm>
        </p:spPr>
        <p:txBody>
          <a:bodyPr/>
          <a:lstStyle>
            <a:lvl1pPr marL="0" indent="0">
              <a:buNone/>
              <a:defRPr sz="5120"/>
            </a:lvl1pPr>
            <a:lvl2pPr marL="1463040" indent="0">
              <a:buNone/>
              <a:defRPr sz="4480"/>
            </a:lvl2pPr>
            <a:lvl3pPr marL="2926080" indent="0">
              <a:buNone/>
              <a:defRPr sz="3840"/>
            </a:lvl3pPr>
            <a:lvl4pPr marL="4389120" indent="0">
              <a:buNone/>
              <a:defRPr sz="3200"/>
            </a:lvl4pPr>
            <a:lvl5pPr marL="5852160" indent="0">
              <a:buNone/>
              <a:defRPr sz="3200"/>
            </a:lvl5pPr>
            <a:lvl6pPr marL="7315200" indent="0">
              <a:buNone/>
              <a:defRPr sz="3200"/>
            </a:lvl6pPr>
            <a:lvl7pPr marL="8778240" indent="0">
              <a:buNone/>
              <a:defRPr sz="3200"/>
            </a:lvl7pPr>
            <a:lvl8pPr marL="10241280" indent="0">
              <a:buNone/>
              <a:defRPr sz="3200"/>
            </a:lvl8pPr>
            <a:lvl9pPr marL="11704320" indent="0">
              <a:buNone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90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2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56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5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2C01C-E456-684E-AE0D-3BE056A740C0}" type="datetimeFigureOut">
              <a:rPr lang="en-US" smtClean="0"/>
              <a:t>3/16/21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5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5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EDA88-5E91-6441-B3D4-92D07637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926080" rtl="0" eaLnBrk="1" latinLnBrk="0" hangingPunct="1">
        <a:lnSpc>
          <a:spcPct val="90000"/>
        </a:lnSpc>
        <a:spcBef>
          <a:spcPct val="0"/>
        </a:spcBef>
        <a:buNone/>
        <a:defRPr sz="14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31520" indent="-731520" algn="l" defTabSz="2926080" rtl="0" eaLnBrk="1" latinLnBrk="0" hangingPunct="1">
        <a:lnSpc>
          <a:spcPct val="90000"/>
        </a:lnSpc>
        <a:spcBef>
          <a:spcPts val="3200"/>
        </a:spcBef>
        <a:buFont typeface="Arial" panose="020B0604020202020204" pitchFamily="34" charset="0"/>
        <a:buChar char="•"/>
        <a:defRPr sz="896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768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51206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804672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950976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2435840" indent="-731520" algn="l" defTabSz="2926080" rtl="0" eaLnBrk="1" latinLnBrk="0" hangingPunct="1">
        <a:lnSpc>
          <a:spcPct val="90000"/>
        </a:lnSpc>
        <a:spcBef>
          <a:spcPts val="16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1pPr>
      <a:lvl2pPr marL="14630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9260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3pPr>
      <a:lvl4pPr marL="43891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4pPr>
      <a:lvl5pPr marL="585216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5pPr>
      <a:lvl6pPr marL="731520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6pPr>
      <a:lvl7pPr marL="877824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7pPr>
      <a:lvl8pPr marL="1024128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8pPr>
      <a:lvl9pPr marL="11704320" algn="l" defTabSz="2926080" rtl="0" eaLnBrk="1" latinLnBrk="0" hangingPunct="1">
        <a:defRPr sz="5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12" Type="http://schemas.openxmlformats.org/officeDocument/2006/relationships/image" Target="../media/image1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emf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5D2ABA8-1E90-654E-931D-DEA95615262D}"/>
              </a:ext>
            </a:extLst>
          </p:cNvPr>
          <p:cNvGrpSpPr/>
          <p:nvPr/>
        </p:nvGrpSpPr>
        <p:grpSpPr>
          <a:xfrm>
            <a:off x="25265737" y="5265353"/>
            <a:ext cx="7391962" cy="5547982"/>
            <a:chOff x="25122449" y="11305467"/>
            <a:chExt cx="7391962" cy="554798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F945576-C650-0D4F-B873-A19114164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122449" y="11305467"/>
              <a:ext cx="7391962" cy="554798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6F39CCA-B9F1-1E4A-99E4-9B835511053A}"/>
                </a:ext>
              </a:extLst>
            </p:cNvPr>
            <p:cNvSpPr txBox="1"/>
            <p:nvPr/>
          </p:nvSpPr>
          <p:spPr>
            <a:xfrm>
              <a:off x="26593670" y="11386485"/>
              <a:ext cx="424911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50000"/>
                    </a:schemeClr>
                  </a:solidFill>
                </a:rPr>
                <a:t>2D numerical simulation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CDB7B0D-A563-CB42-BE35-01CA100E77F5}"/>
              </a:ext>
            </a:extLst>
          </p:cNvPr>
          <p:cNvSpPr/>
          <p:nvPr/>
        </p:nvSpPr>
        <p:spPr>
          <a:xfrm>
            <a:off x="4510132" y="597513"/>
            <a:ext cx="238981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latin typeface="+mj-lt"/>
              </a:rPr>
              <a:t>Direction Matters: On the Implicit Bias of </a:t>
            </a:r>
          </a:p>
          <a:p>
            <a:pPr algn="ctr"/>
            <a:r>
              <a:rPr lang="en-US" sz="6600" b="1" dirty="0">
                <a:latin typeface="+mj-lt"/>
              </a:rPr>
              <a:t>Stochastic Gradient Descent with Moderate Learning Rate </a:t>
            </a:r>
            <a:endParaRPr lang="en-US" sz="4000" dirty="0">
              <a:latin typeface="+mj-lt"/>
            </a:endParaRPr>
          </a:p>
          <a:p>
            <a:pPr algn="ctr"/>
            <a:endParaRPr lang="en-US" sz="2000" dirty="0">
              <a:latin typeface="+mj-lt"/>
            </a:endParaRPr>
          </a:p>
          <a:p>
            <a:pPr algn="ctr"/>
            <a:r>
              <a:rPr lang="en-US" sz="4000" dirty="0">
                <a:latin typeface="+mj-lt"/>
              </a:rPr>
              <a:t>Jingfeng Wu, </a:t>
            </a:r>
            <a:r>
              <a:rPr lang="en-US" sz="4000" dirty="0" err="1">
                <a:latin typeface="+mj-lt"/>
              </a:rPr>
              <a:t>Difan</a:t>
            </a:r>
            <a:r>
              <a:rPr lang="en-US" sz="4000" dirty="0">
                <a:latin typeface="+mj-lt"/>
              </a:rPr>
              <a:t> Zou, Vladimir Braverman, </a:t>
            </a:r>
            <a:r>
              <a:rPr lang="en-US" sz="4000" dirty="0" err="1">
                <a:latin typeface="+mj-lt"/>
              </a:rPr>
              <a:t>Quanquan</a:t>
            </a:r>
            <a:r>
              <a:rPr lang="en-US" sz="4000" dirty="0">
                <a:latin typeface="+mj-lt"/>
              </a:rPr>
              <a:t> Gu</a:t>
            </a:r>
          </a:p>
          <a:p>
            <a:pPr algn="ctr"/>
            <a:r>
              <a:rPr lang="en-US" sz="4000" dirty="0">
                <a:latin typeface="+mj-lt"/>
              </a:rPr>
              <a:t>Johns Hopkins University &amp; UCLA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360D8-160A-BA46-BFB3-3C8AD784A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886" y="604136"/>
            <a:ext cx="3362182" cy="36135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034C4D-0CB3-7847-BD81-4DD965DF7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42898" y="605680"/>
            <a:ext cx="3362182" cy="3362182"/>
          </a:xfrm>
          <a:prstGeom prst="rect">
            <a:avLst/>
          </a:prstGeom>
        </p:spPr>
      </p:pic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DE685536-6A7D-F142-A9D0-A5F8F3631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906168"/>
              </p:ext>
            </p:extLst>
          </p:nvPr>
        </p:nvGraphicFramePr>
        <p:xfrm>
          <a:off x="810724" y="14444271"/>
          <a:ext cx="8015307" cy="3011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0992">
                  <a:extLst>
                    <a:ext uri="{9D8B030D-6E8A-4147-A177-3AD203B41FA5}">
                      <a16:colId xmlns:a16="http://schemas.microsoft.com/office/drawing/2014/main" val="1631669760"/>
                    </a:ext>
                  </a:extLst>
                </a:gridCol>
                <a:gridCol w="2785151">
                  <a:extLst>
                    <a:ext uri="{9D8B030D-6E8A-4147-A177-3AD203B41FA5}">
                      <a16:colId xmlns:a16="http://schemas.microsoft.com/office/drawing/2014/main" val="3126538944"/>
                    </a:ext>
                  </a:extLst>
                </a:gridCol>
                <a:gridCol w="3519164">
                  <a:extLst>
                    <a:ext uri="{9D8B030D-6E8A-4147-A177-3AD203B41FA5}">
                      <a16:colId xmlns:a16="http://schemas.microsoft.com/office/drawing/2014/main" val="832431787"/>
                    </a:ext>
                  </a:extLst>
                </a:gridCol>
              </a:tblGrid>
              <a:tr h="968027"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 marL="351130" marR="351130" marT="175566" marB="17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Small LR</a:t>
                      </a:r>
                    </a:p>
                  </a:txBody>
                  <a:tcPr marL="351130" marR="351130" marT="175566" marB="17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Moderate LR</a:t>
                      </a:r>
                    </a:p>
                  </a:txBody>
                  <a:tcPr marL="351130" marR="351130" marT="175566" marB="175566"/>
                </a:tc>
                <a:extLst>
                  <a:ext uri="{0D108BD9-81ED-4DB2-BD59-A6C34878D82A}">
                    <a16:rowId xmlns:a16="http://schemas.microsoft.com/office/drawing/2014/main" val="3133637258"/>
                  </a:ext>
                </a:extLst>
              </a:tr>
              <a:tr h="102192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GD</a:t>
                      </a:r>
                    </a:p>
                  </a:txBody>
                  <a:tcPr marL="351130" marR="351130" marT="175566" marB="17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ym typeface="Wingdings" pitchFamily="2" charset="2"/>
                        </a:rPr>
                        <a:t></a:t>
                      </a:r>
                      <a:endParaRPr lang="en-US" sz="3600" dirty="0"/>
                    </a:p>
                  </a:txBody>
                  <a:tcPr marL="351130" marR="351130" marT="175566" marB="17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ym typeface="Wingdings" pitchFamily="2" charset="2"/>
                        </a:rPr>
                        <a:t> </a:t>
                      </a:r>
                      <a:endParaRPr lang="en-US" sz="3600" dirty="0"/>
                    </a:p>
                  </a:txBody>
                  <a:tcPr marL="351130" marR="351130" marT="175566" marB="175566"/>
                </a:tc>
                <a:extLst>
                  <a:ext uri="{0D108BD9-81ED-4DB2-BD59-A6C34878D82A}">
                    <a16:rowId xmlns:a16="http://schemas.microsoft.com/office/drawing/2014/main" val="4281205246"/>
                  </a:ext>
                </a:extLst>
              </a:tr>
              <a:tr h="1021926">
                <a:tc>
                  <a:txBody>
                    <a:bodyPr/>
                    <a:lstStyle/>
                    <a:p>
                      <a:pPr algn="ctr"/>
                      <a:r>
                        <a:rPr lang="en-US" sz="3600" dirty="0"/>
                        <a:t>SGD</a:t>
                      </a:r>
                    </a:p>
                  </a:txBody>
                  <a:tcPr marL="351130" marR="351130" marT="175566" marB="17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ym typeface="Wingdings" pitchFamily="2" charset="2"/>
                        </a:rPr>
                        <a:t> </a:t>
                      </a:r>
                      <a:endParaRPr lang="en-US" sz="3600" dirty="0"/>
                    </a:p>
                  </a:txBody>
                  <a:tcPr marL="351130" marR="351130" marT="175566" marB="17556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dirty="0">
                          <a:solidFill>
                            <a:srgbClr val="C00000"/>
                          </a:solidFill>
                          <a:sym typeface="Wingdings" pitchFamily="2" charset="2"/>
                        </a:rPr>
                        <a:t></a:t>
                      </a:r>
                      <a:endParaRPr lang="en-US" sz="3600" dirty="0">
                        <a:solidFill>
                          <a:srgbClr val="C00000"/>
                        </a:solidFill>
                      </a:endParaRPr>
                    </a:p>
                  </a:txBody>
                  <a:tcPr marL="351130" marR="351130" marT="175566" marB="175566"/>
                </a:tc>
                <a:extLst>
                  <a:ext uri="{0D108BD9-81ED-4DB2-BD59-A6C34878D82A}">
                    <a16:rowId xmlns:a16="http://schemas.microsoft.com/office/drawing/2014/main" val="313710118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CE570F67-E5C4-1744-BCA5-79E3F5A951C8}"/>
              </a:ext>
            </a:extLst>
          </p:cNvPr>
          <p:cNvSpPr/>
          <p:nvPr/>
        </p:nvSpPr>
        <p:spPr>
          <a:xfrm>
            <a:off x="24928169" y="16605829"/>
            <a:ext cx="7178967" cy="4154984"/>
          </a:xfrm>
          <a:prstGeom prst="rect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4800" b="1" dirty="0"/>
              <a:t>4. Conclusions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SGD + moderate LR: converges along large eigenvalue directions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GD + moderate/small LR: converge along small eigenvalue directions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The former directional bias benefits generalization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F6D0BA-BF6B-EE4C-83C3-824084266ADA}"/>
                  </a:ext>
                </a:extLst>
              </p:cNvPr>
              <p:cNvSpPr/>
              <p:nvPr/>
            </p:nvSpPr>
            <p:spPr>
              <a:xfrm>
                <a:off x="811264" y="17811545"/>
                <a:ext cx="8149392" cy="2554545"/>
              </a:xfrm>
              <a:prstGeom prst="rect">
                <a:avLst/>
              </a:prstGeom>
              <a:noFill/>
              <a:ln w="25400">
                <a:solidFill>
                  <a:srgbClr val="FFC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sz="4000" b="1" dirty="0"/>
                  <a:t>Questions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000" dirty="0"/>
                  <a:t>Small LR, SGD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4000" dirty="0"/>
                  <a:t> GD?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000" dirty="0"/>
                  <a:t>Moderate LR, SGD &gt;&gt; GD?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sz="4000" dirty="0"/>
                  <a:t>GD performs poorly anyhow?</a:t>
                </a: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F6D0BA-BF6B-EE4C-83C3-824084266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64" y="17811545"/>
                <a:ext cx="8149392" cy="2554545"/>
              </a:xfrm>
              <a:prstGeom prst="rect">
                <a:avLst/>
              </a:prstGeom>
              <a:blipFill>
                <a:blip r:embed="rId6"/>
                <a:stretch>
                  <a:fillRect l="-2326" t="-3922" b="-8824"/>
                </a:stretch>
              </a:blipFill>
              <a:ln w="254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C6F02D8B-C99D-AC4A-99EA-6539BA137C24}"/>
              </a:ext>
            </a:extLst>
          </p:cNvPr>
          <p:cNvGrpSpPr/>
          <p:nvPr/>
        </p:nvGrpSpPr>
        <p:grpSpPr>
          <a:xfrm>
            <a:off x="9522465" y="5586781"/>
            <a:ext cx="14830736" cy="14700435"/>
            <a:chOff x="2783125" y="986469"/>
            <a:chExt cx="3910967" cy="392475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9BEEC04-E1E3-144B-A00F-97CA7B6E8898}"/>
                    </a:ext>
                  </a:extLst>
                </p:cNvPr>
                <p:cNvSpPr txBox="1"/>
                <p:nvPr/>
              </p:nvSpPr>
              <p:spPr>
                <a:xfrm>
                  <a:off x="2783624" y="2199019"/>
                  <a:ext cx="3910468" cy="112414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/>
                    <a:t>Theorem 1</a:t>
                  </a:r>
                  <a:r>
                    <a:rPr lang="en-US" sz="3600" dirty="0"/>
                    <a:t>: Consider SGD with batch size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3600" dirty="0"/>
                    <a:t> and moderate LR,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skw"/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d>
                                      <m:d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f>
                                      <m:fPr>
                                        <m:type m:val="skw"/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sz="3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e>
                                </m:d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=1,…, 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d>
                                  <m:d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,                                   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+1,…, 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sz="3600" dirty="0"/>
                </a:p>
                <a:p>
                  <a:r>
                    <a:rPr lang="en-US" sz="3600" dirty="0"/>
                    <a:t>then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𝑠𝑔𝑑</m:t>
                                    </m:r>
                                  </m:sup>
                                </m:sSup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‖</m:t>
                            </m:r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‖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𝑠𝑔𝑑</m:t>
                                        </m:r>
                                      </m:sup>
                                    </m:sSup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9BEEC04-E1E3-144B-A00F-97CA7B6E8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624" y="2199019"/>
                  <a:ext cx="3910468" cy="1124148"/>
                </a:xfrm>
                <a:prstGeom prst="rect">
                  <a:avLst/>
                </a:prstGeom>
                <a:blipFill>
                  <a:blip r:embed="rId7"/>
                  <a:stretch>
                    <a:fillRect l="-1110" t="-83832" b="-95509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53DD0DE-5CED-014B-ADE3-1E3AFFD477FA}"/>
                    </a:ext>
                  </a:extLst>
                </p:cNvPr>
                <p:cNvSpPr txBox="1"/>
                <p:nvPr/>
              </p:nvSpPr>
              <p:spPr>
                <a:xfrm>
                  <a:off x="2783125" y="3321507"/>
                  <a:ext cx="3910967" cy="886948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/>
                    <a:t>Theorem 2</a:t>
                  </a:r>
                  <a:r>
                    <a:rPr lang="en-US" sz="3600" dirty="0"/>
                    <a:t>: Consider GD with moderate or small LR,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f>
                              <m:fPr>
                                <m:type m:val="skw"/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(1)</m:t>
                            </m:r>
                          </m:e>
                        </m:d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=1,…, 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600" dirty="0"/>
                </a:p>
                <a:p>
                  <a:r>
                    <a:rPr lang="en-US" sz="3600" dirty="0"/>
                    <a:t>then 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𝑔𝑑</m:t>
                                    </m:r>
                                  </m:sup>
                                </m:sSup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‖</m:t>
                            </m:r>
                            <m:sSub>
                              <m:sSub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"/>
                                    <m:endChr m:val="‖"/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600">
                                        <a:latin typeface="Cambria Math" panose="02040503050406030204" pitchFamily="18" charset="0"/>
                                      </a:rPr>
                                      <m:t>​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𝑔𝑑</m:t>
                                        </m:r>
                                      </m:sup>
                                    </m:sSup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</a:rPr>
                                          <m:t>∗</m:t>
                                        </m:r>
                                      </m:sub>
                                    </m:s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(1)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53DD0DE-5CED-014B-ADE3-1E3AFFD477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125" y="3321507"/>
                  <a:ext cx="3910967" cy="886948"/>
                </a:xfrm>
                <a:prstGeom prst="rect">
                  <a:avLst/>
                </a:prstGeom>
                <a:blipFill>
                  <a:blip r:embed="rId8"/>
                  <a:stretch>
                    <a:fillRect l="-1110" t="-13208" b="-40755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90E6A87-8E3B-9241-8E0E-8D363BF917FE}"/>
                    </a:ext>
                  </a:extLst>
                </p:cNvPr>
                <p:cNvSpPr txBox="1"/>
                <p:nvPr/>
              </p:nvSpPr>
              <p:spPr>
                <a:xfrm>
                  <a:off x="2783125" y="4202429"/>
                  <a:ext cx="3910468" cy="708791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/>
                    <a:t>Theorem 3</a:t>
                  </a:r>
                  <a:r>
                    <a:rPr lang="en-US" sz="3600" dirty="0"/>
                    <a:t>: Let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</m:oMath>
                  </a14:m>
                  <a:r>
                    <a:rPr lang="en-US" sz="3600" dirty="0"/>
                    <a:t> be the estimation error and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r>
                    <a:rPr lang="en-US" sz="3600" dirty="0"/>
                    <a:t> be the optimal estimation error within an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lang="en-US" sz="3600" dirty="0"/>
                    <a:t>-level set where the algorithms stop. </a:t>
                  </a:r>
                </a:p>
                <a:p>
                  <a:pPr marL="658368" indent="-658368">
                    <a:buFont typeface="Arial" panose="020B0604020202020204" pitchFamily="34" charset="0"/>
                    <a:buChar char="•"/>
                  </a:pPr>
                  <a:r>
                    <a:rPr lang="en-US" sz="3600" dirty="0"/>
                    <a:t>For SGD with moderate LR,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𝑠𝑔𝑑</m:t>
                              </m:r>
                            </m:sup>
                          </m:sSup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&lt;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sz="3600" dirty="0"/>
                </a:p>
                <a:p>
                  <a:pPr marL="658368" indent="-658368">
                    <a:buFont typeface="Arial" panose="020B0604020202020204" pitchFamily="34" charset="0"/>
                    <a:buChar char="•"/>
                  </a:pPr>
                  <a:r>
                    <a:rPr lang="en-US" sz="3600" dirty="0"/>
                    <a:t>For GD with moderate/small LR,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Δ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𝑔𝑑</m:t>
                              </m:r>
                            </m:sup>
                          </m:sSup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&gt;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𝑜</m:t>
                          </m:r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90E6A87-8E3B-9241-8E0E-8D363BF917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125" y="4202429"/>
                  <a:ext cx="3910468" cy="708791"/>
                </a:xfrm>
                <a:prstGeom prst="rect">
                  <a:avLst/>
                </a:prstGeom>
                <a:blipFill>
                  <a:blip r:embed="rId9"/>
                  <a:stretch>
                    <a:fillRect l="-1110" t="-3302" b="-45283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BFF085-C218-3749-82AB-33DD2E363257}"/>
                    </a:ext>
                  </a:extLst>
                </p:cNvPr>
                <p:cNvSpPr txBox="1"/>
                <p:nvPr/>
              </p:nvSpPr>
              <p:spPr>
                <a:xfrm>
                  <a:off x="2783126" y="986469"/>
                  <a:ext cx="3910966" cy="1212550"/>
                </a:xfrm>
                <a:prstGeom prst="rect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/>
                    <a:t>Setups</a:t>
                  </a:r>
                </a:p>
                <a:p>
                  <a:pPr marL="658368" indent="-658368">
                    <a:buFont typeface="Arial" panose="020B0604020202020204" pitchFamily="34" charset="0"/>
                    <a:buChar char="•"/>
                  </a:pPr>
                  <a:r>
                    <a:rPr lang="en-US" sz="3600" dirty="0"/>
                    <a:t>Test data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a14:m>
                  <a:r>
                    <a:rPr lang="en-US" sz="3600" dirty="0"/>
                    <a:t>, where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]"/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𝒰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3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3600" dirty="0"/>
                    <a:t>.</a:t>
                  </a:r>
                </a:p>
                <a:p>
                  <a:pPr marL="658368" indent="-658368">
                    <a:buFont typeface="Arial" panose="020B0604020202020204" pitchFamily="34" charset="0"/>
                    <a:buChar char="•"/>
                  </a:pPr>
                  <a:r>
                    <a:rPr lang="en-US" sz="3600" dirty="0"/>
                    <a:t>Linear model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𝑥𝑥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sz="3600" dirty="0"/>
                </a:p>
                <a:p>
                  <a:pPr marL="658368" indent="-658368">
                    <a:buFont typeface="Arial" panose="020B0604020202020204" pitchFamily="34" charset="0"/>
                    <a:buChar char="•"/>
                  </a:pPr>
                  <a:r>
                    <a:rPr lang="en-US" sz="3600" dirty="0"/>
                    <a:t>Training data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3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,…, </m:t>
                          </m:r>
                          <m:sSub>
                            <m:sSub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36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.,  </m:t>
                      </m:r>
                      <m:r>
                        <a:rPr lang="en-US" sz="3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3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≫</m:t>
                      </m:r>
                      <m:r>
                        <a:rPr lang="en-US" sz="36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endParaRPr lang="en-US" sz="3600" dirty="0">
                    <a:solidFill>
                      <a:srgbClr val="FF0000"/>
                    </a:solidFill>
                  </a:endParaRPr>
                </a:p>
                <a:p>
                  <a:pPr marL="658368" indent="-658368">
                    <a:buFont typeface="Arial" panose="020B0604020202020204" pitchFamily="34" charset="0"/>
                    <a:buChar char="•"/>
                  </a:pPr>
                  <a:r>
                    <a:rPr lang="en-US" sz="3600" dirty="0"/>
                    <a:t>Let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a14:m>
                  <a:r>
                    <a:rPr lang="en-US" sz="3600" dirty="0"/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≥⋯≥</m:t>
                      </m:r>
                      <m:sSub>
                        <m:sSub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en-US" sz="3600" dirty="0"/>
                </a:p>
                <a:p>
                  <a:pPr marL="658368" indent="-658368">
                    <a:buFont typeface="Arial" panose="020B0604020202020204" pitchFamily="34" charset="0"/>
                    <a:buChar char="•"/>
                  </a:pPr>
                  <a:r>
                    <a:rPr lang="en-US" sz="3600" dirty="0"/>
                    <a:t>Let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r>
                    <a:rPr lang="en-US" sz="3600" dirty="0"/>
                    <a:t> be the projection onto the column space of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a14:m>
                  <a:endParaRPr lang="en-US" sz="3600" i="1" dirty="0">
                    <a:latin typeface="Cambria Math" panose="02040503050406030204" pitchFamily="18" charset="0"/>
                  </a:endParaRPr>
                </a:p>
                <a:p>
                  <a:pPr marL="658368" indent="-658368">
                    <a:buFont typeface="Arial" panose="020B0604020202020204" pitchFamily="34" charset="0"/>
                    <a:buChar char="•"/>
                  </a:pPr>
                  <a:r>
                    <a:rPr lang="en-US" sz="3600" dirty="0"/>
                    <a:t>Let</a:t>
                  </a:r>
                  <a:r>
                    <a:rPr lang="en-US" sz="3600" dirty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3600" dirty="0"/>
                    <a:t>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3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sz="3600" dirty="0"/>
                    <a:t>) be the largest (smallest non-zero) eigenvalue of </a:t>
                  </a:r>
                  <a14:m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𝑋</m:t>
                      </m:r>
                      <m:sSup>
                        <m:sSup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a14:m>
                  <a:r>
                    <a:rPr lang="en-US" sz="3600" dirty="0"/>
                    <a:t>,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sz="3600" dirty="0"/>
                    <a:t>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US" sz="3600" dirty="0"/>
                    <a:t>) be the corresponding eigenvector</a:t>
                  </a: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5BFF085-C218-3749-82AB-33DD2E363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3126" y="986469"/>
                  <a:ext cx="3910966" cy="1212550"/>
                </a:xfrm>
                <a:prstGeom prst="rect">
                  <a:avLst/>
                </a:prstGeom>
                <a:blipFill>
                  <a:blip r:embed="rId10"/>
                  <a:stretch>
                    <a:fillRect l="-1110" t="-1662" b="-4155"/>
                  </a:stretch>
                </a:blipFill>
                <a:ln w="25400"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511B743-FA3A-144B-B456-1176EC42F99D}"/>
              </a:ext>
            </a:extLst>
          </p:cNvPr>
          <p:cNvGrpSpPr/>
          <p:nvPr/>
        </p:nvGrpSpPr>
        <p:grpSpPr>
          <a:xfrm>
            <a:off x="676650" y="7858023"/>
            <a:ext cx="8149381" cy="6294579"/>
            <a:chOff x="50813" y="1055317"/>
            <a:chExt cx="2750872" cy="200596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E96CD4-DCE1-7E41-9A65-E32C61C1A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0813" y="1164134"/>
              <a:ext cx="2750872" cy="189715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6D04979-68EF-0348-BCE9-D57D3A0D991D}"/>
                </a:ext>
              </a:extLst>
            </p:cNvPr>
            <p:cNvSpPr txBox="1"/>
            <p:nvPr/>
          </p:nvSpPr>
          <p:spPr>
            <a:xfrm>
              <a:off x="477650" y="1055317"/>
              <a:ext cx="1973382" cy="1863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50000"/>
                    </a:schemeClr>
                  </a:solidFill>
                </a:rPr>
                <a:t>CNN on a subset of </a:t>
              </a:r>
              <a:r>
                <a:rPr lang="en-US" sz="3200" dirty="0" err="1">
                  <a:solidFill>
                    <a:schemeClr val="accent6">
                      <a:lumMod val="50000"/>
                    </a:schemeClr>
                  </a:solidFill>
                </a:rPr>
                <a:t>FashionMNIST</a:t>
              </a:r>
              <a:endParaRPr lang="en-US" sz="3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8C0248-5820-DB4A-BA1B-CE6D6CA6ABB3}"/>
              </a:ext>
            </a:extLst>
          </p:cNvPr>
          <p:cNvGrpSpPr/>
          <p:nvPr/>
        </p:nvGrpSpPr>
        <p:grpSpPr>
          <a:xfrm>
            <a:off x="24499834" y="10699324"/>
            <a:ext cx="7817998" cy="5746274"/>
            <a:chOff x="6840554" y="2867761"/>
            <a:chExt cx="2447244" cy="16602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210F99E-06FF-8443-B8AD-AA136C26F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840554" y="2977715"/>
              <a:ext cx="2447244" cy="1550291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7E9BAD3-1141-754D-9AFC-7A6A216CD6AA}"/>
                </a:ext>
              </a:extLst>
            </p:cNvPr>
            <p:cNvSpPr txBox="1"/>
            <p:nvPr/>
          </p:nvSpPr>
          <p:spPr>
            <a:xfrm>
              <a:off x="7319045" y="2867761"/>
              <a:ext cx="1902799" cy="1736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accent6">
                      <a:lumMod val="50000"/>
                    </a:schemeClr>
                  </a:solidFill>
                </a:rPr>
                <a:t>CNN on a subset of </a:t>
              </a:r>
              <a:r>
                <a:rPr lang="en-US" sz="3200" dirty="0" err="1">
                  <a:solidFill>
                    <a:schemeClr val="accent6">
                      <a:lumMod val="50000"/>
                    </a:schemeClr>
                  </a:solidFill>
                </a:rPr>
                <a:t>FashionMNIST</a:t>
              </a:r>
              <a:endParaRPr lang="en-US" sz="3200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3C7D9E7-8743-E94C-BD76-C554A00620A5}"/>
              </a:ext>
            </a:extLst>
          </p:cNvPr>
          <p:cNvSpPr txBox="1"/>
          <p:nvPr/>
        </p:nvSpPr>
        <p:spPr>
          <a:xfrm>
            <a:off x="991932" y="4434356"/>
            <a:ext cx="7518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1. Background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0582F-A20E-6C4B-868B-AD7DDB66199A}"/>
              </a:ext>
            </a:extLst>
          </p:cNvPr>
          <p:cNvSpPr txBox="1"/>
          <p:nvPr/>
        </p:nvSpPr>
        <p:spPr>
          <a:xfrm>
            <a:off x="9522465" y="4402556"/>
            <a:ext cx="25902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2. Theory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1E6B6B-6708-2044-A2CF-09234E9C8877}"/>
                  </a:ext>
                </a:extLst>
              </p:cNvPr>
              <p:cNvSpPr txBox="1"/>
              <p:nvPr/>
            </p:nvSpPr>
            <p:spPr>
              <a:xfrm>
                <a:off x="811264" y="5592684"/>
                <a:ext cx="8709309" cy="16599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SGD: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ℓ(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36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600" dirty="0"/>
                  <a:t>GD: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f>
                      <m:fPr>
                        <m:ctrlPr>
                          <a:rPr lang="en-US" sz="36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36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360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ℓ(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3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1E6B6B-6708-2044-A2CF-09234E9C8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264" y="5592684"/>
                <a:ext cx="8709309" cy="1659942"/>
              </a:xfrm>
              <a:prstGeom prst="rect">
                <a:avLst/>
              </a:prstGeom>
              <a:blipFill>
                <a:blip r:embed="rId13"/>
                <a:stretch>
                  <a:fillRect l="-1892" t="-46970" b="-7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275DB83-2817-CA41-8916-7C3F64B58FCB}"/>
              </a:ext>
            </a:extLst>
          </p:cNvPr>
          <p:cNvSpPr txBox="1"/>
          <p:nvPr/>
        </p:nvSpPr>
        <p:spPr>
          <a:xfrm>
            <a:off x="24783488" y="4461903"/>
            <a:ext cx="75188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3. Verifications</a:t>
            </a:r>
          </a:p>
        </p:txBody>
      </p:sp>
    </p:spTree>
    <p:extLst>
      <p:ext uri="{BB962C8B-B14F-4D97-AF65-F5344CB8AC3E}">
        <p14:creationId xmlns:p14="http://schemas.microsoft.com/office/powerpoint/2010/main" val="671970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555</TotalTime>
  <Words>335</Words>
  <Application>Microsoft Macintosh PowerPoint</Application>
  <PresentationFormat>Custom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Jingfeng Wu</cp:lastModifiedBy>
  <cp:revision>1</cp:revision>
  <cp:lastPrinted>2020-11-28T00:59:57Z</cp:lastPrinted>
  <dcterms:created xsi:type="dcterms:W3CDTF">2020-11-27T20:59:18Z</dcterms:created>
  <dcterms:modified xsi:type="dcterms:W3CDTF">2021-03-17T03:17:16Z</dcterms:modified>
</cp:coreProperties>
</file>