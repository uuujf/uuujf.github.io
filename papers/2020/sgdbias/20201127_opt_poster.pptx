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6" r:id="rId2"/>
  </p:sldIdLst>
  <p:sldSz cx="12188825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CDBAA2-DB00-D04B-802D-D0B5D559F907}" v="624" dt="2020-11-28T01:07:00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5"/>
    <p:restoredTop sz="94689"/>
  </p:normalViewPr>
  <p:slideViewPr>
    <p:cSldViewPr snapToGrid="0" snapToObjects="1">
      <p:cViewPr varScale="1">
        <p:scale>
          <a:sx n="127" d="100"/>
          <a:sy n="127" d="100"/>
        </p:scale>
        <p:origin x="1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feng Wu" userId="dbe85c2a-e248-4c4d-b554-7f78c7d699f3" providerId="ADAL" clId="{97CDBAA2-DB00-D04B-802D-D0B5D559F907}"/>
    <pc:docChg chg="undo custSel modSld modMainMaster modNotesMaster">
      <pc:chgData name="Jingfeng Wu" userId="dbe85c2a-e248-4c4d-b554-7f78c7d699f3" providerId="ADAL" clId="{97CDBAA2-DB00-D04B-802D-D0B5D559F907}" dt="2020-11-28T01:33:38.541" v="1255" actId="14100"/>
      <pc:docMkLst>
        <pc:docMk/>
      </pc:docMkLst>
      <pc:sldChg chg="addSp delSp modSp mod modNotes">
        <pc:chgData name="Jingfeng Wu" userId="dbe85c2a-e248-4c4d-b554-7f78c7d699f3" providerId="ADAL" clId="{97CDBAA2-DB00-D04B-802D-D0B5D559F907}" dt="2020-11-28T01:33:38.541" v="1255" actId="14100"/>
        <pc:sldMkLst>
          <pc:docMk/>
          <pc:sldMk cId="671970020" sldId="256"/>
        </pc:sldMkLst>
        <pc:spChg chg="add 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2" creationId="{CE570F67-E5C4-1744-BCA5-79E3F5A951C8}"/>
          </ac:spMkLst>
        </pc:spChg>
        <pc:spChg chg="add del mod">
          <ac:chgData name="Jingfeng Wu" userId="dbe85c2a-e248-4c4d-b554-7f78c7d699f3" providerId="ADAL" clId="{97CDBAA2-DB00-D04B-802D-D0B5D559F907}" dt="2020-11-27T21:29:37.245" v="346" actId="478"/>
          <ac:spMkLst>
            <pc:docMk/>
            <pc:sldMk cId="671970020" sldId="256"/>
            <ac:spMk id="3" creationId="{6EDE2C60-C468-BF46-AA51-859EF9796B4D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4" creationId="{1CDB7B0D-A563-CB42-BE35-01CA100E77F5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11" creationId="{B9BEEC04-E1E3-144B-A00F-97CA7B6E8898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12" creationId="{653DD0DE-5CED-014B-ADE3-1E3AFFD477FA}"/>
          </ac:spMkLst>
        </pc:spChg>
        <pc:spChg chg="add 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14" creationId="{090E6A87-8E3B-9241-8E0E-8D363BF917FE}"/>
          </ac:spMkLst>
        </pc:spChg>
        <pc:spChg chg="add del mod">
          <ac:chgData name="Jingfeng Wu" userId="dbe85c2a-e248-4c4d-b554-7f78c7d699f3" providerId="ADAL" clId="{97CDBAA2-DB00-D04B-802D-D0B5D559F907}" dt="2020-11-27T21:22:21.693" v="96"/>
          <ac:spMkLst>
            <pc:docMk/>
            <pc:sldMk cId="671970020" sldId="256"/>
            <ac:spMk id="15" creationId="{80ACB17F-ACF6-A142-88F4-F2B1EFF55EB9}"/>
          </ac:spMkLst>
        </pc:spChg>
        <pc:spChg chg="add 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16" creationId="{D2F6D0BA-BF6B-EE4C-83C3-824084266ADA}"/>
          </ac:spMkLst>
        </pc:spChg>
        <pc:spChg chg="add del mod">
          <ac:chgData name="Jingfeng Wu" userId="dbe85c2a-e248-4c4d-b554-7f78c7d699f3" providerId="ADAL" clId="{97CDBAA2-DB00-D04B-802D-D0B5D559F907}" dt="2020-11-27T21:38:34.792" v="422" actId="767"/>
          <ac:spMkLst>
            <pc:docMk/>
            <pc:sldMk cId="671970020" sldId="256"/>
            <ac:spMk id="17" creationId="{F96E1B1F-2820-664D-A831-61B815353B26}"/>
          </ac:spMkLst>
        </pc:spChg>
        <pc:spChg chg="add mod">
          <ac:chgData name="Jingfeng Wu" userId="dbe85c2a-e248-4c4d-b554-7f78c7d699f3" providerId="ADAL" clId="{97CDBAA2-DB00-D04B-802D-D0B5D559F907}" dt="2020-11-28T01:33:38.541" v="1255" actId="14100"/>
          <ac:spMkLst>
            <pc:docMk/>
            <pc:sldMk cId="671970020" sldId="256"/>
            <ac:spMk id="20" creationId="{55BFF085-C218-3749-82AB-33DD2E363257}"/>
          </ac:spMkLst>
        </pc:spChg>
        <pc:spChg chg="add 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29" creationId="{F6D04979-68EF-0348-BCE9-D57D3A0D991D}"/>
          </ac:spMkLst>
        </pc:spChg>
        <pc:spChg chg="add 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30" creationId="{67E9BAD3-1141-754D-9AFC-7A6A216CD6AA}"/>
          </ac:spMkLst>
        </pc:spChg>
        <pc:grpChg chg="add mod">
          <ac:chgData name="Jingfeng Wu" userId="dbe85c2a-e248-4c4d-b554-7f78c7d699f3" providerId="ADAL" clId="{97CDBAA2-DB00-D04B-802D-D0B5D559F907}" dt="2020-11-28T01:07:00.628" v="1251"/>
          <ac:grpSpMkLst>
            <pc:docMk/>
            <pc:sldMk cId="671970020" sldId="256"/>
            <ac:grpSpMk id="21" creationId="{C6F02D8B-C99D-AC4A-99EA-6539BA137C24}"/>
          </ac:grpSpMkLst>
        </pc:grpChg>
        <pc:grpChg chg="add mod">
          <ac:chgData name="Jingfeng Wu" userId="dbe85c2a-e248-4c4d-b554-7f78c7d699f3" providerId="ADAL" clId="{97CDBAA2-DB00-D04B-802D-D0B5D559F907}" dt="2020-11-28T01:07:00.628" v="1251"/>
          <ac:grpSpMkLst>
            <pc:docMk/>
            <pc:sldMk cId="671970020" sldId="256"/>
            <ac:grpSpMk id="31" creationId="{A511B743-FA3A-144B-B456-1176EC42F99D}"/>
          </ac:grpSpMkLst>
        </pc:grpChg>
        <pc:grpChg chg="add mod">
          <ac:chgData name="Jingfeng Wu" userId="dbe85c2a-e248-4c4d-b554-7f78c7d699f3" providerId="ADAL" clId="{97CDBAA2-DB00-D04B-802D-D0B5D559F907}" dt="2020-11-28T01:07:00.628" v="1251"/>
          <ac:grpSpMkLst>
            <pc:docMk/>
            <pc:sldMk cId="671970020" sldId="256"/>
            <ac:grpSpMk id="32" creationId="{F78C0248-5820-DB4A-BA1B-CE6D6CA6ABB3}"/>
          </ac:grpSpMkLst>
        </pc:grpChg>
        <pc:graphicFrameChg chg="add mod modGraphic">
          <ac:chgData name="Jingfeng Wu" userId="dbe85c2a-e248-4c4d-b554-7f78c7d699f3" providerId="ADAL" clId="{97CDBAA2-DB00-D04B-802D-D0B5D559F907}" dt="2020-11-28T01:07:00.628" v="1251"/>
          <ac:graphicFrameMkLst>
            <pc:docMk/>
            <pc:sldMk cId="671970020" sldId="256"/>
            <ac:graphicFrameMk id="13" creationId="{DE685536-6A7D-F142-A9D0-A5F8F3631DF4}"/>
          </ac:graphicFrameMkLst>
        </pc:graphicFrameChg>
        <pc:graphicFrameChg chg="add del mod">
          <ac:chgData name="Jingfeng Wu" userId="dbe85c2a-e248-4c4d-b554-7f78c7d699f3" providerId="ADAL" clId="{97CDBAA2-DB00-D04B-802D-D0B5D559F907}" dt="2020-11-27T22:20:04.456" v="784" actId="478"/>
          <ac:graphicFrameMkLst>
            <pc:docMk/>
            <pc:sldMk cId="671970020" sldId="256"/>
            <ac:graphicFrameMk id="26" creationId="{A5293C8C-CE6F-9146-876B-2F0BC8BD56CC}"/>
          </ac:graphicFrameMkLst>
        </pc:graphicFrameChg>
        <pc:graphicFrameChg chg="add del mod">
          <ac:chgData name="Jingfeng Wu" userId="dbe85c2a-e248-4c4d-b554-7f78c7d699f3" providerId="ADAL" clId="{97CDBAA2-DB00-D04B-802D-D0B5D559F907}" dt="2020-11-28T00:00:57.326" v="850" actId="478"/>
          <ac:graphicFrameMkLst>
            <pc:docMk/>
            <pc:sldMk cId="671970020" sldId="256"/>
            <ac:graphicFrameMk id="27" creationId="{3B1E9C78-A808-8C45-A0F9-13FA706A9B4C}"/>
          </ac:graphicFrameMkLst>
        </pc:graphicFrameChg>
        <pc:graphicFrameChg chg="add del mod">
          <ac:chgData name="Jingfeng Wu" userId="dbe85c2a-e248-4c4d-b554-7f78c7d699f3" providerId="ADAL" clId="{97CDBAA2-DB00-D04B-802D-D0B5D559F907}" dt="2020-11-27T22:22:13.954" v="802" actId="478"/>
          <ac:graphicFrameMkLst>
            <pc:docMk/>
            <pc:sldMk cId="671970020" sldId="256"/>
            <ac:graphicFrameMk id="28" creationId="{AF3636CA-92FE-C044-89FB-663089226EAC}"/>
          </ac:graphicFrameMkLst>
        </pc:graphicFrameChg>
        <pc:picChg chg="mod">
          <ac:chgData name="Jingfeng Wu" userId="dbe85c2a-e248-4c4d-b554-7f78c7d699f3" providerId="ADAL" clId="{97CDBAA2-DB00-D04B-802D-D0B5D559F907}" dt="2020-11-28T01:07:00.628" v="1251"/>
          <ac:picMkLst>
            <pc:docMk/>
            <pc:sldMk cId="671970020" sldId="256"/>
            <ac:picMk id="5" creationId="{DBA360D8-160A-BA46-BFB3-3C8AD784AE16}"/>
          </ac:picMkLst>
        </pc:picChg>
        <pc:picChg chg="mod">
          <ac:chgData name="Jingfeng Wu" userId="dbe85c2a-e248-4c4d-b554-7f78c7d699f3" providerId="ADAL" clId="{97CDBAA2-DB00-D04B-802D-D0B5D559F907}" dt="2020-11-28T01:07:00.628" v="1251"/>
          <ac:picMkLst>
            <pc:docMk/>
            <pc:sldMk cId="671970020" sldId="256"/>
            <ac:picMk id="6" creationId="{91034C4D-0CB3-7847-BD81-4DD965DF7D19}"/>
          </ac:picMkLst>
        </pc:picChg>
        <pc:picChg chg="del mod">
          <ac:chgData name="Jingfeng Wu" userId="dbe85c2a-e248-4c4d-b554-7f78c7d699f3" providerId="ADAL" clId="{97CDBAA2-DB00-D04B-802D-D0B5D559F907}" dt="2020-11-28T00:45:52.003" v="1183" actId="478"/>
          <ac:picMkLst>
            <pc:docMk/>
            <pc:sldMk cId="671970020" sldId="256"/>
            <ac:picMk id="7" creationId="{7153461C-5DB1-554A-84B9-D62D9A871698}"/>
          </ac:picMkLst>
        </pc:picChg>
        <pc:picChg chg="mod">
          <ac:chgData name="Jingfeng Wu" userId="dbe85c2a-e248-4c4d-b554-7f78c7d699f3" providerId="ADAL" clId="{97CDBAA2-DB00-D04B-802D-D0B5D559F907}" dt="2020-11-28T01:07:00.628" v="1251"/>
          <ac:picMkLst>
            <pc:docMk/>
            <pc:sldMk cId="671970020" sldId="256"/>
            <ac:picMk id="8" creationId="{72E96CD4-DCE1-7E41-9A65-E32C61C1A848}"/>
          </ac:picMkLst>
        </pc:picChg>
        <pc:picChg chg="del mod">
          <ac:chgData name="Jingfeng Wu" userId="dbe85c2a-e248-4c4d-b554-7f78c7d699f3" providerId="ADAL" clId="{97CDBAA2-DB00-D04B-802D-D0B5D559F907}" dt="2020-11-27T21:55:33.191" v="666" actId="478"/>
          <ac:picMkLst>
            <pc:docMk/>
            <pc:sldMk cId="671970020" sldId="256"/>
            <ac:picMk id="9" creationId="{F2B4F8C1-FAA0-234F-8555-C8E37055BB2C}"/>
          </ac:picMkLst>
        </pc:picChg>
        <pc:picChg chg="del mod">
          <ac:chgData name="Jingfeng Wu" userId="dbe85c2a-e248-4c4d-b554-7f78c7d699f3" providerId="ADAL" clId="{97CDBAA2-DB00-D04B-802D-D0B5D559F907}" dt="2020-11-27T21:55:33.191" v="666" actId="478"/>
          <ac:picMkLst>
            <pc:docMk/>
            <pc:sldMk cId="671970020" sldId="256"/>
            <ac:picMk id="10" creationId="{BEED25C1-9E0E-B844-A313-BF6875D76094}"/>
          </ac:picMkLst>
        </pc:picChg>
        <pc:picChg chg="add mod">
          <ac:chgData name="Jingfeng Wu" userId="dbe85c2a-e248-4c4d-b554-7f78c7d699f3" providerId="ADAL" clId="{97CDBAA2-DB00-D04B-802D-D0B5D559F907}" dt="2020-11-28T01:07:00.628" v="1251"/>
          <ac:picMkLst>
            <pc:docMk/>
            <pc:sldMk cId="671970020" sldId="256"/>
            <ac:picMk id="19" creationId="{8F945576-C650-0D4F-B873-A19114164689}"/>
          </ac:picMkLst>
        </pc:picChg>
        <pc:picChg chg="add del mod">
          <ac:chgData name="Jingfeng Wu" userId="dbe85c2a-e248-4c4d-b554-7f78c7d699f3" providerId="ADAL" clId="{97CDBAA2-DB00-D04B-802D-D0B5D559F907}" dt="2020-11-27T22:13:03.870" v="759" actId="931"/>
          <ac:picMkLst>
            <pc:docMk/>
            <pc:sldMk cId="671970020" sldId="256"/>
            <ac:picMk id="23" creationId="{B3A7EF44-684C-8F4E-8A15-849750A8EFAF}"/>
          </ac:picMkLst>
        </pc:picChg>
        <pc:picChg chg="add mod">
          <ac:chgData name="Jingfeng Wu" userId="dbe85c2a-e248-4c4d-b554-7f78c7d699f3" providerId="ADAL" clId="{97CDBAA2-DB00-D04B-802D-D0B5D559F907}" dt="2020-11-28T01:07:00.628" v="1251"/>
          <ac:picMkLst>
            <pc:docMk/>
            <pc:sldMk cId="671970020" sldId="256"/>
            <ac:picMk id="25" creationId="{A210F99E-06FF-8443-B8AD-AA136C26FD88}"/>
          </ac:picMkLst>
        </pc:picChg>
      </pc:sldChg>
      <pc:sldMasterChg chg="modSp modSldLayout">
        <pc:chgData name="Jingfeng Wu" userId="dbe85c2a-e248-4c4d-b554-7f78c7d699f3" providerId="ADAL" clId="{97CDBAA2-DB00-D04B-802D-D0B5D559F907}" dt="2020-11-28T01:01:09.963" v="1250"/>
        <pc:sldMasterMkLst>
          <pc:docMk/>
          <pc:sldMasterMk cId="4078090964" sldId="2147483684"/>
        </pc:sldMasterMkLst>
        <pc:spChg chg="mod">
          <ac:chgData name="Jingfeng Wu" userId="dbe85c2a-e248-4c4d-b554-7f78c7d699f3" providerId="ADAL" clId="{97CDBAA2-DB00-D04B-802D-D0B5D559F907}" dt="2020-11-28T01:01:09.963" v="1250"/>
          <ac:spMkLst>
            <pc:docMk/>
            <pc:sldMasterMk cId="4078090964" sldId="2147483684"/>
            <ac:spMk id="2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1:09.963" v="1250"/>
          <ac:spMkLst>
            <pc:docMk/>
            <pc:sldMasterMk cId="4078090964" sldId="2147483684"/>
            <ac:spMk id="3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1:09.963" v="1250"/>
          <ac:spMkLst>
            <pc:docMk/>
            <pc:sldMasterMk cId="4078090964" sldId="2147483684"/>
            <ac:spMk id="4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1:09.963" v="1250"/>
          <ac:spMkLst>
            <pc:docMk/>
            <pc:sldMasterMk cId="4078090964" sldId="2147483684"/>
            <ac:spMk id="5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1:09.963" v="1250"/>
          <ac:spMkLst>
            <pc:docMk/>
            <pc:sldMasterMk cId="4078090964" sldId="2147483684"/>
            <ac:spMk id="6" creationId="{00000000-0000-0000-0000-000000000000}"/>
          </ac:spMkLst>
        </pc:sp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3390799809" sldId="2147483685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390799809" sldId="2147483685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390799809" sldId="2147483685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1181418118" sldId="2147483687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181418118" sldId="2147483687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181418118" sldId="2147483687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3656917709" sldId="2147483688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656917709" sldId="2147483688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656917709" sldId="2147483688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1209886172" sldId="2147483689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209886172" sldId="2147483689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209886172" sldId="2147483689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209886172" sldId="2147483689"/>
              <ac:spMk id="4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209886172" sldId="2147483689"/>
              <ac:spMk id="5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209886172" sldId="2147483689"/>
              <ac:spMk id="6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3398621018" sldId="2147483692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398621018" sldId="2147483692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398621018" sldId="2147483692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398621018" sldId="2147483692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2891566410" sldId="2147483693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2891566410" sldId="2147483693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2891566410" sldId="2147483693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2891566410" sldId="2147483693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4215722528" sldId="2147483695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4215722528" sldId="2147483695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4215722528" sldId="2147483695"/>
              <ac:spMk id="3" creationId="{00000000-0000-0000-0000-000000000000}"/>
            </ac:spMkLst>
          </pc:spChg>
        </pc:sldLayoutChg>
      </pc:sldMasterChg>
      <pc:sldMasterChg chg="modSp modSldLayout">
        <pc:chgData name="Jingfeng Wu" userId="dbe85c2a-e248-4c4d-b554-7f78c7d699f3" providerId="ADAL" clId="{97CDBAA2-DB00-D04B-802D-D0B5D559F907}" dt="2020-11-28T01:07:00.628" v="1251"/>
        <pc:sldMasterMkLst>
          <pc:docMk/>
          <pc:sldMasterMk cId="4234702168" sldId="2147483696"/>
        </pc:sldMasterMkLst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asterMk cId="4234702168" sldId="2147483696"/>
            <ac:spMk id="2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asterMk cId="4234702168" sldId="2147483696"/>
            <ac:spMk id="3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asterMk cId="4234702168" sldId="2147483696"/>
            <ac:spMk id="4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asterMk cId="4234702168" sldId="2147483696"/>
            <ac:spMk id="5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asterMk cId="4234702168" sldId="2147483696"/>
            <ac:spMk id="6" creationId="{00000000-0000-0000-0000-000000000000}"/>
          </ac:spMkLst>
        </pc:sp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2415356546" sldId="2147483697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2415356546" sldId="2147483697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2415356546" sldId="2147483697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3401766521" sldId="2147483699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401766521" sldId="2147483699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401766521" sldId="2147483699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2459470658" sldId="2147483700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2459470658" sldId="2147483700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2459470658" sldId="2147483700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3340408472" sldId="2147483701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340408472" sldId="2147483701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340408472" sldId="2147483701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340408472" sldId="2147483701"/>
              <ac:spMk id="4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340408472" sldId="2147483701"/>
              <ac:spMk id="5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340408472" sldId="2147483701"/>
              <ac:spMk id="6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1775517445" sldId="2147483704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775517445" sldId="2147483704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775517445" sldId="2147483704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775517445" sldId="2147483704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109012103" sldId="2147483705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09012103" sldId="2147483705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09012103" sldId="2147483705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09012103" sldId="2147483705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1476930878" sldId="2147483707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476930878" sldId="2147483707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476930878" sldId="2147483707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30ABA-D9A2-CD42-B1C9-C12DE42C56E9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8838" y="1143000"/>
            <a:ext cx="5140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DC8DE-8D8F-F94B-9045-A470A1CD8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03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8559" rtl="0" eaLnBrk="1" latinLnBrk="0" hangingPunct="1">
      <a:defRPr sz="1639" kern="1200">
        <a:solidFill>
          <a:schemeClr val="tx1"/>
        </a:solidFill>
        <a:latin typeface="+mn-lt"/>
        <a:ea typeface="+mn-ea"/>
        <a:cs typeface="+mn-cs"/>
      </a:defRPr>
    </a:lvl1pPr>
    <a:lvl2pPr marL="624279" algn="l" defTabSz="1248559" rtl="0" eaLnBrk="1" latinLnBrk="0" hangingPunct="1">
      <a:defRPr sz="1639" kern="1200">
        <a:solidFill>
          <a:schemeClr val="tx1"/>
        </a:solidFill>
        <a:latin typeface="+mn-lt"/>
        <a:ea typeface="+mn-ea"/>
        <a:cs typeface="+mn-cs"/>
      </a:defRPr>
    </a:lvl2pPr>
    <a:lvl3pPr marL="1248559" algn="l" defTabSz="1248559" rtl="0" eaLnBrk="1" latinLnBrk="0" hangingPunct="1">
      <a:defRPr sz="1639" kern="1200">
        <a:solidFill>
          <a:schemeClr val="tx1"/>
        </a:solidFill>
        <a:latin typeface="+mn-lt"/>
        <a:ea typeface="+mn-ea"/>
        <a:cs typeface="+mn-cs"/>
      </a:defRPr>
    </a:lvl3pPr>
    <a:lvl4pPr marL="1872837" algn="l" defTabSz="1248559" rtl="0" eaLnBrk="1" latinLnBrk="0" hangingPunct="1">
      <a:defRPr sz="1639" kern="1200">
        <a:solidFill>
          <a:schemeClr val="tx1"/>
        </a:solidFill>
        <a:latin typeface="+mn-lt"/>
        <a:ea typeface="+mn-ea"/>
        <a:cs typeface="+mn-cs"/>
      </a:defRPr>
    </a:lvl4pPr>
    <a:lvl5pPr marL="2497116" algn="l" defTabSz="1248559" rtl="0" eaLnBrk="1" latinLnBrk="0" hangingPunct="1">
      <a:defRPr sz="1639" kern="1200">
        <a:solidFill>
          <a:schemeClr val="tx1"/>
        </a:solidFill>
        <a:latin typeface="+mn-lt"/>
        <a:ea typeface="+mn-ea"/>
        <a:cs typeface="+mn-cs"/>
      </a:defRPr>
    </a:lvl5pPr>
    <a:lvl6pPr marL="3121396" algn="l" defTabSz="1248559" rtl="0" eaLnBrk="1" latinLnBrk="0" hangingPunct="1">
      <a:defRPr sz="1639" kern="1200">
        <a:solidFill>
          <a:schemeClr val="tx1"/>
        </a:solidFill>
        <a:latin typeface="+mn-lt"/>
        <a:ea typeface="+mn-ea"/>
        <a:cs typeface="+mn-cs"/>
      </a:defRPr>
    </a:lvl6pPr>
    <a:lvl7pPr marL="3745675" algn="l" defTabSz="1248559" rtl="0" eaLnBrk="1" latinLnBrk="0" hangingPunct="1">
      <a:defRPr sz="1639" kern="1200">
        <a:solidFill>
          <a:schemeClr val="tx1"/>
        </a:solidFill>
        <a:latin typeface="+mn-lt"/>
        <a:ea typeface="+mn-ea"/>
        <a:cs typeface="+mn-cs"/>
      </a:defRPr>
    </a:lvl7pPr>
    <a:lvl8pPr marL="4369955" algn="l" defTabSz="1248559" rtl="0" eaLnBrk="1" latinLnBrk="0" hangingPunct="1">
      <a:defRPr sz="1639" kern="1200">
        <a:solidFill>
          <a:schemeClr val="tx1"/>
        </a:solidFill>
        <a:latin typeface="+mn-lt"/>
        <a:ea typeface="+mn-ea"/>
        <a:cs typeface="+mn-cs"/>
      </a:defRPr>
    </a:lvl8pPr>
    <a:lvl9pPr marL="4994233" algn="l" defTabSz="1248559" rtl="0" eaLnBrk="1" latinLnBrk="0" hangingPunct="1">
      <a:defRPr sz="163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8838" y="1143000"/>
            <a:ext cx="51403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DC8DE-8D8F-F94B-9045-A470A1CD8D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70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97187"/>
            <a:ext cx="9141619" cy="2546773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842174"/>
            <a:ext cx="9141619" cy="1766146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77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54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823721"/>
            <a:ext cx="10512862" cy="3042919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895428"/>
            <a:ext cx="10512862" cy="1600199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7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947333"/>
            <a:ext cx="5180251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947333"/>
            <a:ext cx="5180251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5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89467"/>
            <a:ext cx="10512862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793241"/>
            <a:ext cx="5156444" cy="878839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672080"/>
            <a:ext cx="5156444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793241"/>
            <a:ext cx="5181838" cy="878839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672080"/>
            <a:ext cx="518183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42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35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0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87680"/>
            <a:ext cx="3931213" cy="170688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1053254"/>
            <a:ext cx="6170593" cy="5198533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194560"/>
            <a:ext cx="3931213" cy="4065694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24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87680"/>
            <a:ext cx="3931213" cy="170688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1053254"/>
            <a:ext cx="6170593" cy="5198533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194560"/>
            <a:ext cx="3931213" cy="4065694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33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367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89467"/>
            <a:ext cx="2628215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89467"/>
            <a:ext cx="7732286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2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89467"/>
            <a:ext cx="10512862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947333"/>
            <a:ext cx="10512862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780107"/>
            <a:ext cx="2742486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2C01C-E456-684E-AE0D-3BE056A740C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780107"/>
            <a:ext cx="4113728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780107"/>
            <a:ext cx="2742486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54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F945576-C650-0D4F-B873-A19114164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298" y="3225378"/>
            <a:ext cx="2983916" cy="223955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DB7B0D-A563-CB42-BE35-01CA100E77F5}"/>
              </a:ext>
            </a:extLst>
          </p:cNvPr>
          <p:cNvSpPr/>
          <p:nvPr/>
        </p:nvSpPr>
        <p:spPr>
          <a:xfrm>
            <a:off x="2111388" y="199170"/>
            <a:ext cx="7966049" cy="135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560" dirty="0"/>
              <a:t>Direction Matters: On the Implicit Regularization Effect of Stochastic Gradient Descent with Moderate Learning Rate </a:t>
            </a:r>
          </a:p>
          <a:p>
            <a:pPr algn="ctr"/>
            <a:r>
              <a:rPr lang="en-US" sz="1536" dirty="0" err="1"/>
              <a:t>Jingfeng</a:t>
            </a:r>
            <a:r>
              <a:rPr lang="en-US" sz="1536" dirty="0"/>
              <a:t> Wu, </a:t>
            </a:r>
            <a:r>
              <a:rPr lang="en-US" sz="1536" dirty="0" err="1"/>
              <a:t>Difan</a:t>
            </a:r>
            <a:r>
              <a:rPr lang="en-US" sz="1536" dirty="0"/>
              <a:t> Zou, Vladimir Braverman, </a:t>
            </a:r>
            <a:r>
              <a:rPr lang="en-US" sz="1536" dirty="0" err="1"/>
              <a:t>Quanquan</a:t>
            </a:r>
            <a:r>
              <a:rPr lang="en-US" sz="1536" dirty="0"/>
              <a:t> Gu</a:t>
            </a:r>
          </a:p>
          <a:p>
            <a:pPr algn="ctr"/>
            <a:r>
              <a:rPr lang="en-US" sz="1536" dirty="0"/>
              <a:t>Johns Hopkins University &amp; UCLA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360D8-160A-BA46-BFB3-3C8AD784A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696" y="199171"/>
            <a:ext cx="1120727" cy="12045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034C4D-0CB3-7847-BD81-4DD965DF7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6401" y="199171"/>
            <a:ext cx="1120727" cy="1120727"/>
          </a:xfrm>
          <a:prstGeom prst="rect">
            <a:avLst/>
          </a:prstGeom>
        </p:spPr>
      </p:pic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DE685536-6A7D-F142-A9D0-A5F8F3631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145174"/>
              </p:ext>
            </p:extLst>
          </p:nvPr>
        </p:nvGraphicFramePr>
        <p:xfrm>
          <a:off x="337004" y="4029007"/>
          <a:ext cx="2979743" cy="97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444">
                  <a:extLst>
                    <a:ext uri="{9D8B030D-6E8A-4147-A177-3AD203B41FA5}">
                      <a16:colId xmlns:a16="http://schemas.microsoft.com/office/drawing/2014/main" val="1631669760"/>
                    </a:ext>
                  </a:extLst>
                </a:gridCol>
                <a:gridCol w="1092826">
                  <a:extLst>
                    <a:ext uri="{9D8B030D-6E8A-4147-A177-3AD203B41FA5}">
                      <a16:colId xmlns:a16="http://schemas.microsoft.com/office/drawing/2014/main" val="3126538944"/>
                    </a:ext>
                  </a:extLst>
                </a:gridCol>
                <a:gridCol w="1153473">
                  <a:extLst>
                    <a:ext uri="{9D8B030D-6E8A-4147-A177-3AD203B41FA5}">
                      <a16:colId xmlns:a16="http://schemas.microsoft.com/office/drawing/2014/main" val="832431787"/>
                    </a:ext>
                  </a:extLst>
                </a:gridCol>
              </a:tblGrid>
              <a:tr h="336197"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117043" marR="117043" marT="58522" marB="585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Small LR</a:t>
                      </a:r>
                    </a:p>
                  </a:txBody>
                  <a:tcPr marL="117043" marR="117043" marT="58522" marB="585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Moderate LR</a:t>
                      </a:r>
                    </a:p>
                  </a:txBody>
                  <a:tcPr marL="117043" marR="117043" marT="58522" marB="58522"/>
                </a:tc>
                <a:extLst>
                  <a:ext uri="{0D108BD9-81ED-4DB2-BD59-A6C34878D82A}">
                    <a16:rowId xmlns:a16="http://schemas.microsoft.com/office/drawing/2014/main" val="3133637258"/>
                  </a:ext>
                </a:extLst>
              </a:tr>
              <a:tr h="32186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GD</a:t>
                      </a:r>
                    </a:p>
                  </a:txBody>
                  <a:tcPr marL="117043" marR="117043" marT="58522" marB="585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ym typeface="Wingdings" pitchFamily="2" charset="2"/>
                        </a:rPr>
                        <a:t></a:t>
                      </a:r>
                      <a:endParaRPr lang="en-US" sz="1300" dirty="0"/>
                    </a:p>
                  </a:txBody>
                  <a:tcPr marL="117043" marR="117043" marT="58522" marB="585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ym typeface="Wingdings" pitchFamily="2" charset="2"/>
                        </a:rPr>
                        <a:t> </a:t>
                      </a:r>
                      <a:endParaRPr lang="en-US" sz="1300" dirty="0"/>
                    </a:p>
                  </a:txBody>
                  <a:tcPr marL="117043" marR="117043" marT="58522" marB="58522"/>
                </a:tc>
                <a:extLst>
                  <a:ext uri="{0D108BD9-81ED-4DB2-BD59-A6C34878D82A}">
                    <a16:rowId xmlns:a16="http://schemas.microsoft.com/office/drawing/2014/main" val="4281205246"/>
                  </a:ext>
                </a:extLst>
              </a:tr>
              <a:tr h="32186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SGD</a:t>
                      </a:r>
                    </a:p>
                  </a:txBody>
                  <a:tcPr marL="117043" marR="117043" marT="58522" marB="585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ym typeface="Wingdings" pitchFamily="2" charset="2"/>
                        </a:rPr>
                        <a:t> </a:t>
                      </a:r>
                      <a:endParaRPr lang="en-US" sz="1300" dirty="0"/>
                    </a:p>
                  </a:txBody>
                  <a:tcPr marL="117043" marR="117043" marT="58522" marB="585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F0000"/>
                          </a:solidFill>
                          <a:sym typeface="Wingdings" pitchFamily="2" charset="2"/>
                        </a:rPr>
                        <a:t></a:t>
                      </a:r>
                      <a:endParaRPr lang="en-US" sz="1300" dirty="0">
                        <a:solidFill>
                          <a:srgbClr val="FF0000"/>
                        </a:solidFill>
                      </a:endParaRPr>
                    </a:p>
                  </a:txBody>
                  <a:tcPr marL="117043" marR="117043" marT="58522" marB="58522"/>
                </a:tc>
                <a:extLst>
                  <a:ext uri="{0D108BD9-81ED-4DB2-BD59-A6C34878D82A}">
                    <a16:rowId xmlns:a16="http://schemas.microsoft.com/office/drawing/2014/main" val="313710118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CE570F67-E5C4-1744-BCA5-79E3F5A951C8}"/>
              </a:ext>
            </a:extLst>
          </p:cNvPr>
          <p:cNvSpPr/>
          <p:nvPr/>
        </p:nvSpPr>
        <p:spPr>
          <a:xfrm>
            <a:off x="9004301" y="5443751"/>
            <a:ext cx="2983917" cy="1540293"/>
          </a:xfrm>
          <a:prstGeom prst="rect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344" b="1" dirty="0"/>
              <a:t>Take home</a:t>
            </a:r>
          </a:p>
          <a:p>
            <a:pPr marL="292608" indent="-292608">
              <a:buAutoNum type="arabicPeriod"/>
            </a:pPr>
            <a:r>
              <a:rPr lang="en-US" sz="1344" dirty="0"/>
              <a:t>SGD + moderate LR: converges along large eigenvalue directions</a:t>
            </a:r>
          </a:p>
          <a:p>
            <a:pPr marL="292608" indent="-292608">
              <a:buAutoNum type="arabicPeriod"/>
            </a:pPr>
            <a:r>
              <a:rPr lang="en-US" sz="1344" dirty="0"/>
              <a:t>GD + moderate/small LR: converge along small eigenvalue directions</a:t>
            </a:r>
          </a:p>
          <a:p>
            <a:pPr marL="292608" indent="-292608">
              <a:buAutoNum type="arabicPeriod"/>
            </a:pPr>
            <a:r>
              <a:rPr lang="en-US" sz="1344" dirty="0"/>
              <a:t>The former directional bias benefits generalization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2F6D0BA-BF6B-EE4C-83C3-824084266ADA}"/>
                  </a:ext>
                </a:extLst>
              </p:cNvPr>
              <p:cNvSpPr/>
              <p:nvPr/>
            </p:nvSpPr>
            <p:spPr>
              <a:xfrm>
                <a:off x="200608" y="5184690"/>
                <a:ext cx="3252534" cy="1543115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344" b="1" dirty="0"/>
                  <a:t>Additional notations</a:t>
                </a:r>
              </a:p>
              <a:p>
                <a:pPr marL="219456" indent="-21945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4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44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344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344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344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344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4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344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34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344" i="1">
                        <a:latin typeface="Cambria Math" panose="02040503050406030204" pitchFamily="18" charset="0"/>
                      </a:rPr>
                      <m:t>≥⋯≥</m:t>
                    </m:r>
                    <m:sSub>
                      <m:sSubPr>
                        <m:ctrlPr>
                          <a:rPr lang="en-US" sz="134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344" dirty="0"/>
              </a:p>
              <a:p>
                <a:pPr marL="219456" indent="-21945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344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344" dirty="0"/>
                  <a:t> is the projection onto the column space of </a:t>
                </a:r>
                <a14:m>
                  <m:oMath xmlns:m="http://schemas.openxmlformats.org/officeDocument/2006/math">
                    <m:r>
                      <a:rPr lang="en-US" sz="1344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1344" i="1" dirty="0">
                  <a:latin typeface="Cambria Math" panose="02040503050406030204" pitchFamily="18" charset="0"/>
                </a:endParaRPr>
              </a:p>
              <a:p>
                <a:pPr marL="219456" indent="-219456">
                  <a:buFont typeface="Arial" panose="020B0604020202020204" pitchFamily="34" charset="0"/>
                  <a:buChar char="•"/>
                </a:pPr>
                <a:r>
                  <a:rPr lang="en-US" sz="1344" dirty="0"/>
                  <a:t>Let</a:t>
                </a:r>
                <a:r>
                  <a:rPr lang="en-US" sz="1344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44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44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344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344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44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44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344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344" dirty="0"/>
                  <a:t>) be the largest (smallest non-zero) eigenvalue of </a:t>
                </a:r>
                <a14:m>
                  <m:oMath xmlns:m="http://schemas.openxmlformats.org/officeDocument/2006/math">
                    <m:r>
                      <a:rPr lang="en-US" sz="1344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1344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US" sz="1344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44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44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344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344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44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44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344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344" dirty="0"/>
                  <a:t>) be the corresponding eigenvector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2F6D0BA-BF6B-EE4C-83C3-824084266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08" y="5184690"/>
                <a:ext cx="3252534" cy="1543115"/>
              </a:xfrm>
              <a:prstGeom prst="rect">
                <a:avLst/>
              </a:prstGeom>
              <a:blipFill>
                <a:blip r:embed="rId6"/>
                <a:stretch>
                  <a:fillRect b="-3226"/>
                </a:stretch>
              </a:blipFill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C6F02D8B-C99D-AC4A-99EA-6539BA137C24}"/>
              </a:ext>
            </a:extLst>
          </p:cNvPr>
          <p:cNvGrpSpPr/>
          <p:nvPr/>
        </p:nvGrpSpPr>
        <p:grpSpPr>
          <a:xfrm>
            <a:off x="3729010" y="1817525"/>
            <a:ext cx="5006675" cy="4901463"/>
            <a:chOff x="2782627" y="1218402"/>
            <a:chExt cx="3911465" cy="38292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9BEEC04-E1E3-144B-A00F-97CA7B6E8898}"/>
                    </a:ext>
                  </a:extLst>
                </p:cNvPr>
                <p:cNvSpPr txBox="1"/>
                <p:nvPr/>
              </p:nvSpPr>
              <p:spPr>
                <a:xfrm>
                  <a:off x="2783624" y="1940020"/>
                  <a:ext cx="3910468" cy="1273385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44" b="1" dirty="0"/>
                    <a:t>Theorem 1</a:t>
                  </a:r>
                  <a:r>
                    <a:rPr lang="en-US" sz="1344" dirty="0"/>
                    <a:t>: Consider SGD with batch size </a:t>
                  </a:r>
                  <a14:m>
                    <m:oMath xmlns:m="http://schemas.openxmlformats.org/officeDocument/2006/math">
                      <m:r>
                        <a:rPr lang="en-US" sz="1344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1344" dirty="0"/>
                    <a:t> and moderate LR,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4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1344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1344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ctrlP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skw"/>
                                        <m:ctrlP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1344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44" i="1"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sz="1344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d>
                                      <m:dPr>
                                        <m:ctrlP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f>
                                      <m:fPr>
                                        <m:type m:val="skw"/>
                                        <m:ctrlP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1344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44" i="1"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sz="1344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e>
                                </m:d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=1,…, </m:t>
                                </m:r>
                                <m:sSub>
                                  <m:sSubPr>
                                    <m:ctrlP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d>
                                  <m:dPr>
                                    <m:ctrlP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,                                   </m:t>
                                </m:r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+1,…, </m:t>
                                </m:r>
                                <m:sSub>
                                  <m:sSubPr>
                                    <m:ctrlP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1344" dirty="0"/>
                </a:p>
                <a:p>
                  <a:r>
                    <a:rPr lang="en-US" sz="1344" dirty="0"/>
                    <a:t>then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344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1344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𝑠𝑔𝑑</m:t>
                                    </m:r>
                                  </m:sup>
                                </m:sSup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‖</m:t>
                            </m:r>
                            <m:sSub>
                              <m:sSubPr>
                                <m:ctrlPr>
                                  <a:rPr lang="en-US" sz="1344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‖"/>
                                    <m:ctrlP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44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  <m:t>𝑠𝑔𝑑</m:t>
                                        </m:r>
                                      </m:sup>
                                    </m:sSup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b>
                                    </m:sSub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1344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44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344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(1)</m:t>
                        </m:r>
                      </m:oMath>
                    </m:oMathPara>
                  </a14:m>
                  <a:endParaRPr lang="en-US" sz="1344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9BEEC04-E1E3-144B-A00F-97CA7B6E88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624" y="1940020"/>
                  <a:ext cx="3910468" cy="1273385"/>
                </a:xfrm>
                <a:prstGeom prst="rect">
                  <a:avLst/>
                </a:prstGeom>
                <a:blipFill>
                  <a:blip r:embed="rId7"/>
                  <a:stretch>
                    <a:fillRect l="-2771" t="-74046" b="-83206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53DD0DE-5CED-014B-ADE3-1E3AFFD477FA}"/>
                    </a:ext>
                  </a:extLst>
                </p:cNvPr>
                <p:cNvSpPr txBox="1"/>
                <p:nvPr/>
              </p:nvSpPr>
              <p:spPr>
                <a:xfrm>
                  <a:off x="2783125" y="3213638"/>
                  <a:ext cx="3910967" cy="101430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44" b="1" dirty="0"/>
                    <a:t>Theorem 2</a:t>
                  </a:r>
                  <a:r>
                    <a:rPr lang="en-US" sz="1344" dirty="0"/>
                    <a:t>: Consider GD with moderate or small LR,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4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en-US" sz="1344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f>
                              <m:fPr>
                                <m:type m:val="skw"/>
                                <m:ctrlPr>
                                  <a:rPr lang="en-US" sz="1344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e>
                        </m:d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=1,…, </m:t>
                        </m:r>
                        <m:sSub>
                          <m:sSubPr>
                            <m:ctrlPr>
                              <a:rPr lang="en-US" sz="134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344" dirty="0"/>
                </a:p>
                <a:p>
                  <a:r>
                    <a:rPr lang="en-US" sz="1344" dirty="0"/>
                    <a:t>then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344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1344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𝑔𝑑</m:t>
                                    </m:r>
                                  </m:sup>
                                </m:sSup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1344" i="1">
                                <a:latin typeface="Cambria Math" panose="02040503050406030204" pitchFamily="18" charset="0"/>
                              </a:rPr>
                              <m:t>‖</m:t>
                            </m:r>
                            <m:sSub>
                              <m:sSubPr>
                                <m:ctrlPr>
                                  <a:rPr lang="en-US" sz="1344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‖"/>
                                    <m:ctrlP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44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  <m:t>𝑔𝑑</m:t>
                                        </m:r>
                                      </m:sup>
                                    </m:sSup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1344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b>
                                    </m:sSub>
                                    <m:r>
                                      <a:rPr lang="en-US" sz="1344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sz="1344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1344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44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344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1344" i="1">
                            <a:latin typeface="Cambria Math" panose="02040503050406030204" pitchFamily="18" charset="0"/>
                          </a:rPr>
                          <m:t>(1)</m:t>
                        </m:r>
                      </m:oMath>
                    </m:oMathPara>
                  </a14:m>
                  <a:endParaRPr lang="en-US" sz="1344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53DD0DE-5CED-014B-ADE3-1E3AFFD477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125" y="3213638"/>
                  <a:ext cx="3910967" cy="1014300"/>
                </a:xfrm>
                <a:prstGeom prst="rect">
                  <a:avLst/>
                </a:prstGeom>
                <a:blipFill>
                  <a:blip r:embed="rId8"/>
                  <a:stretch>
                    <a:fillRect t="-8571" b="-34286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90E6A87-8E3B-9241-8E0E-8D363BF917FE}"/>
                    </a:ext>
                  </a:extLst>
                </p:cNvPr>
                <p:cNvSpPr txBox="1"/>
                <p:nvPr/>
              </p:nvSpPr>
              <p:spPr>
                <a:xfrm>
                  <a:off x="2783624" y="4228083"/>
                  <a:ext cx="3910468" cy="819586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44" b="1" dirty="0"/>
                    <a:t>Theorem 3</a:t>
                  </a:r>
                  <a:r>
                    <a:rPr lang="en-US" sz="1344" dirty="0"/>
                    <a:t>: Let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44">
                          <a:latin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a14:m>
                  <a:r>
                    <a:rPr lang="en-US" sz="1344" dirty="0"/>
                    <a:t> be the estimation error and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344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r>
                    <a:rPr lang="en-US" sz="1344" dirty="0"/>
                    <a:t> be the optimal estimation error within an </a:t>
                  </a:r>
                  <a14:m>
                    <m:oMath xmlns:m="http://schemas.openxmlformats.org/officeDocument/2006/math">
                      <m:r>
                        <a:rPr lang="en-US" sz="1344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sz="1344" dirty="0"/>
                    <a:t>-level set where the algorithms stop. </a:t>
                  </a:r>
                </a:p>
                <a:p>
                  <a:pPr marL="219456" indent="-219456">
                    <a:buFont typeface="Arial" panose="020B0604020202020204" pitchFamily="34" charset="0"/>
                    <a:buChar char="•"/>
                  </a:pPr>
                  <a:r>
                    <a:rPr lang="en-US" sz="1344" dirty="0"/>
                    <a:t>For SGD with moderate LR,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44">
                          <a:latin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344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𝑠𝑔𝑑</m:t>
                              </m:r>
                            </m:sup>
                          </m:sSup>
                        </m:e>
                      </m:d>
                      <m:r>
                        <a:rPr lang="en-US" sz="1344" i="1"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𝑜</m:t>
                          </m:r>
                          <m:d>
                            <m:dPr>
                              <m:ctrlPr>
                                <a:rPr lang="en-US" sz="1344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sz="1344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344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endParaRPr lang="en-US" sz="1344" dirty="0"/>
                </a:p>
                <a:p>
                  <a:pPr marL="219456" indent="-219456">
                    <a:buFont typeface="Arial" panose="020B0604020202020204" pitchFamily="34" charset="0"/>
                    <a:buChar char="•"/>
                  </a:pPr>
                  <a:r>
                    <a:rPr lang="en-US" sz="1344" dirty="0"/>
                    <a:t>For GD with moderate/small LR,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44">
                          <a:latin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344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𝑔𝑑</m:t>
                              </m:r>
                            </m:sup>
                          </m:sSup>
                        </m:e>
                      </m:d>
                      <m:r>
                        <a:rPr lang="en-US" sz="1344" i="1">
                          <a:latin typeface="Cambria Math" panose="02040503050406030204" pitchFamily="18" charset="0"/>
                        </a:rPr>
                        <m:t>&gt;</m:t>
                      </m:r>
                      <m:d>
                        <m:d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1344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44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44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1344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344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44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1344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𝑜</m:t>
                          </m:r>
                          <m:d>
                            <m:dPr>
                              <m:ctrlPr>
                                <a:rPr lang="en-US" sz="1344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sz="1344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344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endParaRPr lang="en-US" sz="1344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90E6A87-8E3B-9241-8E0E-8D363BF91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624" y="4228083"/>
                  <a:ext cx="3910468" cy="819586"/>
                </a:xfrm>
                <a:prstGeom prst="rect">
                  <a:avLst/>
                </a:prstGeom>
                <a:blipFill>
                  <a:blip r:embed="rId9"/>
                  <a:stretch>
                    <a:fillRect b="-37647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BFF085-C218-3749-82AB-33DD2E363257}"/>
                    </a:ext>
                  </a:extLst>
                </p:cNvPr>
                <p:cNvSpPr txBox="1"/>
                <p:nvPr/>
              </p:nvSpPr>
              <p:spPr>
                <a:xfrm>
                  <a:off x="2782627" y="1218402"/>
                  <a:ext cx="3910966" cy="721502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44" b="1" dirty="0"/>
                    <a:t>Setups</a:t>
                  </a:r>
                </a:p>
                <a:p>
                  <a:pPr marL="219456" indent="-219456">
                    <a:buFont typeface="Arial" panose="020B0604020202020204" pitchFamily="34" charset="0"/>
                    <a:buChar char="•"/>
                  </a:pPr>
                  <a:r>
                    <a:rPr lang="en-US" sz="1344" dirty="0"/>
                    <a:t>Test data </a:t>
                  </a:r>
                  <a14:m>
                    <m:oMath xmlns:m="http://schemas.openxmlformats.org/officeDocument/2006/math">
                      <m:r>
                        <a:rPr lang="en-US" sz="1344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a14:m>
                  <a:r>
                    <a:rPr lang="en-US" sz="1344" dirty="0"/>
                    <a:t>, where </a:t>
                  </a:r>
                  <a14:m>
                    <m:oMath xmlns:m="http://schemas.openxmlformats.org/officeDocument/2006/math">
                      <m:r>
                        <a:rPr lang="en-US" sz="1344" i="1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endChr m:val="]"/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  <m:r>
                        <a:rPr lang="en-US" sz="1344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𝒰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344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344" dirty="0"/>
                    <a:t>.</a:t>
                  </a:r>
                </a:p>
                <a:p>
                  <a:pPr marL="219456" indent="-219456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sz="1344" i="1"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344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344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344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44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344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𝑥𝑥</m:t>
                          </m:r>
                        </m:e>
                        <m:sup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344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sz="1344" dirty="0"/>
                </a:p>
                <a:p>
                  <a:pPr marL="219456" indent="-219456">
                    <a:buFont typeface="Arial" panose="020B0604020202020204" pitchFamily="34" charset="0"/>
                    <a:buChar char="•"/>
                  </a:pPr>
                  <a:r>
                    <a:rPr lang="en-US" sz="1344" dirty="0"/>
                    <a:t>Training data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44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344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3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344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344" i="1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US" sz="1344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344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344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.,  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US" sz="1344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en-US" sz="1344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BFF085-C218-3749-82AB-33DD2E363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2627" y="1218402"/>
                  <a:ext cx="3910966" cy="721502"/>
                </a:xfrm>
                <a:prstGeom prst="rect">
                  <a:avLst/>
                </a:prstGeom>
                <a:blipFill>
                  <a:blip r:embed="rId10"/>
                  <a:stretch>
                    <a:fillRect b="-4000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11B743-FA3A-144B-B456-1176EC42F99D}"/>
              </a:ext>
            </a:extLst>
          </p:cNvPr>
          <p:cNvGrpSpPr/>
          <p:nvPr/>
        </p:nvGrpSpPr>
        <p:grpSpPr>
          <a:xfrm>
            <a:off x="69394" y="1646246"/>
            <a:ext cx="3383749" cy="2359412"/>
            <a:chOff x="50813" y="1164134"/>
            <a:chExt cx="2750872" cy="18971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2E96CD4-DCE1-7E41-9A65-E32C61C1A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0813" y="1164134"/>
              <a:ext cx="2750872" cy="189715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6D04979-68EF-0348-BCE9-D57D3A0D991D}"/>
                </a:ext>
              </a:extLst>
            </p:cNvPr>
            <p:cNvSpPr txBox="1"/>
            <p:nvPr/>
          </p:nvSpPr>
          <p:spPr>
            <a:xfrm>
              <a:off x="843903" y="1731571"/>
              <a:ext cx="1806477" cy="2168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52" dirty="0">
                  <a:solidFill>
                    <a:schemeClr val="accent6">
                      <a:lumMod val="50000"/>
                    </a:schemeClr>
                  </a:solidFill>
                </a:rPr>
                <a:t>CNN on a subset of </a:t>
              </a:r>
              <a:r>
                <a:rPr lang="en-US" sz="1152" dirty="0" err="1">
                  <a:solidFill>
                    <a:schemeClr val="accent6">
                      <a:lumMod val="50000"/>
                    </a:schemeClr>
                  </a:solidFill>
                </a:rPr>
                <a:t>FashionMNIST</a:t>
              </a:r>
              <a:endParaRPr lang="en-US" sz="1152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8C0248-5820-DB4A-BA1B-CE6D6CA6ABB3}"/>
              </a:ext>
            </a:extLst>
          </p:cNvPr>
          <p:cNvGrpSpPr/>
          <p:nvPr/>
        </p:nvGrpSpPr>
        <p:grpSpPr>
          <a:xfrm>
            <a:off x="8855744" y="1472138"/>
            <a:ext cx="3132473" cy="1984372"/>
            <a:chOff x="6821517" y="2802815"/>
            <a:chExt cx="2447244" cy="155029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210F99E-06FF-8443-B8AD-AA136C26F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821517" y="2802815"/>
              <a:ext cx="2447244" cy="1550291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7E9BAD3-1141-754D-9AFC-7A6A216CD6AA}"/>
                </a:ext>
              </a:extLst>
            </p:cNvPr>
            <p:cNvSpPr txBox="1"/>
            <p:nvPr/>
          </p:nvSpPr>
          <p:spPr>
            <a:xfrm>
              <a:off x="7815830" y="3396200"/>
              <a:ext cx="1384093" cy="179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96" dirty="0">
                  <a:solidFill>
                    <a:schemeClr val="accent6">
                      <a:lumMod val="50000"/>
                    </a:schemeClr>
                  </a:solidFill>
                </a:rPr>
                <a:t>CNN on a subset of </a:t>
              </a:r>
              <a:r>
                <a:rPr lang="en-US" sz="896" dirty="0" err="1">
                  <a:solidFill>
                    <a:schemeClr val="accent6">
                      <a:lumMod val="50000"/>
                    </a:schemeClr>
                  </a:solidFill>
                </a:rPr>
                <a:t>FashionMNIST</a:t>
              </a:r>
              <a:endParaRPr lang="en-US" sz="896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1970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</TotalTime>
  <Words>283</Words>
  <Application>Microsoft Macintosh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Jingfeng Wu</cp:lastModifiedBy>
  <cp:revision>1</cp:revision>
  <cp:lastPrinted>2020-11-28T00:59:57Z</cp:lastPrinted>
  <dcterms:created xsi:type="dcterms:W3CDTF">2020-11-27T20:59:18Z</dcterms:created>
  <dcterms:modified xsi:type="dcterms:W3CDTF">2020-11-28T01:33:43Z</dcterms:modified>
</cp:coreProperties>
</file>