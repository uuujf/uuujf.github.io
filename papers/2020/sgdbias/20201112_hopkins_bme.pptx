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9" r:id="rId7"/>
    <p:sldId id="259" r:id="rId8"/>
    <p:sldId id="267" r:id="rId9"/>
    <p:sldId id="268" r:id="rId10"/>
    <p:sldId id="263" r:id="rId11"/>
    <p:sldId id="264" r:id="rId12"/>
    <p:sldId id="265" r:id="rId13"/>
    <p:sldId id="272" r:id="rId14"/>
    <p:sldId id="270" r:id="rId15"/>
    <p:sldId id="271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gfeng Wu" initials="JW" lastIdx="2" clrIdx="0">
    <p:extLst>
      <p:ext uri="{19B8F6BF-5375-455C-9EA6-DF929625EA0E}">
        <p15:presenceInfo xmlns:p15="http://schemas.microsoft.com/office/powerpoint/2012/main" userId="S::jwu147@jh.edu::dbe85c2a-e248-4c4d-b554-7f78c7d699f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868E9-2992-9A4E-ABCA-661D77042036}" v="4606" dt="2020-11-12T15:30:30.8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2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feng Wu" userId="dbe85c2a-e248-4c4d-b554-7f78c7d699f3" providerId="ADAL" clId="{1E1868E9-2992-9A4E-ABCA-661D77042036}"/>
    <pc:docChg chg="undo redo custSel addSld delSld modSld sldOrd">
      <pc:chgData name="Jingfeng Wu" userId="dbe85c2a-e248-4c4d-b554-7f78c7d699f3" providerId="ADAL" clId="{1E1868E9-2992-9A4E-ABCA-661D77042036}" dt="2020-11-12T15:38:19.940" v="10068" actId="1076"/>
      <pc:docMkLst>
        <pc:docMk/>
      </pc:docMkLst>
      <pc:sldChg chg="addSp delSp modSp mod">
        <pc:chgData name="Jingfeng Wu" userId="dbe85c2a-e248-4c4d-b554-7f78c7d699f3" providerId="ADAL" clId="{1E1868E9-2992-9A4E-ABCA-661D77042036}" dt="2020-11-12T14:45:32.998" v="9613" actId="1076"/>
        <pc:sldMkLst>
          <pc:docMk/>
          <pc:sldMk cId="4181887944" sldId="256"/>
        </pc:sldMkLst>
        <pc:picChg chg="del">
          <ac:chgData name="Jingfeng Wu" userId="dbe85c2a-e248-4c4d-b554-7f78c7d699f3" providerId="ADAL" clId="{1E1868E9-2992-9A4E-ABCA-661D77042036}" dt="2020-11-12T14:45:06.682" v="9608" actId="478"/>
          <ac:picMkLst>
            <pc:docMk/>
            <pc:sldMk cId="4181887944" sldId="256"/>
            <ac:picMk id="5" creationId="{3707C7C1-6C0A-FD46-BA46-E6F23A0A106F}"/>
          </ac:picMkLst>
        </pc:picChg>
        <pc:picChg chg="add mod">
          <ac:chgData name="Jingfeng Wu" userId="dbe85c2a-e248-4c4d-b554-7f78c7d699f3" providerId="ADAL" clId="{1E1868E9-2992-9A4E-ABCA-661D77042036}" dt="2020-11-12T14:45:32.998" v="9613" actId="1076"/>
          <ac:picMkLst>
            <pc:docMk/>
            <pc:sldMk cId="4181887944" sldId="256"/>
            <ac:picMk id="6" creationId="{6E27F3BE-5CFE-FC4C-86FA-AAA9AFA01B41}"/>
          </ac:picMkLst>
        </pc:picChg>
      </pc:sldChg>
      <pc:sldChg chg="modSp mod">
        <pc:chgData name="Jingfeng Wu" userId="dbe85c2a-e248-4c4d-b554-7f78c7d699f3" providerId="ADAL" clId="{1E1868E9-2992-9A4E-ABCA-661D77042036}" dt="2020-11-12T14:46:33.427" v="9638" actId="20577"/>
        <pc:sldMkLst>
          <pc:docMk/>
          <pc:sldMk cId="970649578" sldId="257"/>
        </pc:sldMkLst>
        <pc:spChg chg="mod">
          <ac:chgData name="Jingfeng Wu" userId="dbe85c2a-e248-4c4d-b554-7f78c7d699f3" providerId="ADAL" clId="{1E1868E9-2992-9A4E-ABCA-661D77042036}" dt="2020-11-12T14:46:33.427" v="9638" actId="20577"/>
          <ac:spMkLst>
            <pc:docMk/>
            <pc:sldMk cId="970649578" sldId="257"/>
            <ac:spMk id="5" creationId="{7228E739-EC25-C847-8713-27C6EC1DC930}"/>
          </ac:spMkLst>
        </pc:spChg>
      </pc:sldChg>
      <pc:sldChg chg="addSp delSp modSp mod">
        <pc:chgData name="Jingfeng Wu" userId="dbe85c2a-e248-4c4d-b554-7f78c7d699f3" providerId="ADAL" clId="{1E1868E9-2992-9A4E-ABCA-661D77042036}" dt="2020-11-04T07:16:21.801" v="9549" actId="1076"/>
        <pc:sldMkLst>
          <pc:docMk/>
          <pc:sldMk cId="3326802072" sldId="258"/>
        </pc:sldMkLst>
        <pc:spChg chg="mod">
          <ac:chgData name="Jingfeng Wu" userId="dbe85c2a-e248-4c4d-b554-7f78c7d699f3" providerId="ADAL" clId="{1E1868E9-2992-9A4E-ABCA-661D77042036}" dt="2020-11-03T20:59:05.619" v="2481" actId="20577"/>
          <ac:spMkLst>
            <pc:docMk/>
            <pc:sldMk cId="3326802072" sldId="258"/>
            <ac:spMk id="2" creationId="{900877E5-EDC3-4940-B4A5-C9EFC63C874A}"/>
          </ac:spMkLst>
        </pc:spChg>
        <pc:spChg chg="mod">
          <ac:chgData name="Jingfeng Wu" userId="dbe85c2a-e248-4c4d-b554-7f78c7d699f3" providerId="ADAL" clId="{1E1868E9-2992-9A4E-ABCA-661D77042036}" dt="2020-11-04T06:03:43.285" v="8123" actId="1076"/>
          <ac:spMkLst>
            <pc:docMk/>
            <pc:sldMk cId="3326802072" sldId="258"/>
            <ac:spMk id="18" creationId="{EBE9098C-B38E-7941-92DE-6627F45F3A89}"/>
          </ac:spMkLst>
        </pc:spChg>
        <pc:spChg chg="add mod">
          <ac:chgData name="Jingfeng Wu" userId="dbe85c2a-e248-4c4d-b554-7f78c7d699f3" providerId="ADAL" clId="{1E1868E9-2992-9A4E-ABCA-661D77042036}" dt="2020-11-03T19:48:01.137" v="1519" actId="20577"/>
          <ac:spMkLst>
            <pc:docMk/>
            <pc:sldMk cId="3326802072" sldId="258"/>
            <ac:spMk id="19" creationId="{3E01F7E6-D1F6-C344-A81F-084E2E114764}"/>
          </ac:spMkLst>
        </pc:spChg>
        <pc:spChg chg="del mod">
          <ac:chgData name="Jingfeng Wu" userId="dbe85c2a-e248-4c4d-b554-7f78c7d699f3" providerId="ADAL" clId="{1E1868E9-2992-9A4E-ABCA-661D77042036}" dt="2020-11-03T19:47:12.303" v="1490" actId="478"/>
          <ac:spMkLst>
            <pc:docMk/>
            <pc:sldMk cId="3326802072" sldId="258"/>
            <ac:spMk id="25" creationId="{59D338D7-7188-AA42-9EC7-6ECD7B5CCE2F}"/>
          </ac:spMkLst>
        </pc:spChg>
        <pc:spChg chg="del">
          <ac:chgData name="Jingfeng Wu" userId="dbe85c2a-e248-4c4d-b554-7f78c7d699f3" providerId="ADAL" clId="{1E1868E9-2992-9A4E-ABCA-661D77042036}" dt="2020-11-03T19:43:41.009" v="1478" actId="478"/>
          <ac:spMkLst>
            <pc:docMk/>
            <pc:sldMk cId="3326802072" sldId="258"/>
            <ac:spMk id="26" creationId="{34D911DE-02EC-5F4F-AD36-2BE0EC4720B3}"/>
          </ac:spMkLst>
        </pc:spChg>
        <pc:picChg chg="add mod">
          <ac:chgData name="Jingfeng Wu" userId="dbe85c2a-e248-4c4d-b554-7f78c7d699f3" providerId="ADAL" clId="{1E1868E9-2992-9A4E-ABCA-661D77042036}" dt="2020-11-03T19:43:36.379" v="1477" actId="1076"/>
          <ac:picMkLst>
            <pc:docMk/>
            <pc:sldMk cId="3326802072" sldId="258"/>
            <ac:picMk id="3" creationId="{BF6075A1-D32E-5749-80E8-41DF26F302B9}"/>
          </ac:picMkLst>
        </pc:picChg>
        <pc:picChg chg="add mod">
          <ac:chgData name="Jingfeng Wu" userId="dbe85c2a-e248-4c4d-b554-7f78c7d699f3" providerId="ADAL" clId="{1E1868E9-2992-9A4E-ABCA-661D77042036}" dt="2020-11-03T19:44:03.321" v="1481" actId="1076"/>
          <ac:picMkLst>
            <pc:docMk/>
            <pc:sldMk cId="3326802072" sldId="258"/>
            <ac:picMk id="6" creationId="{C16CEF0D-8F9A-9942-BC4D-0E3E61A71B9A}"/>
          </ac:picMkLst>
        </pc:picChg>
        <pc:picChg chg="add mod">
          <ac:chgData name="Jingfeng Wu" userId="dbe85c2a-e248-4c4d-b554-7f78c7d699f3" providerId="ADAL" clId="{1E1868E9-2992-9A4E-ABCA-661D77042036}" dt="2020-11-04T07:16:21.801" v="9549" actId="1076"/>
          <ac:picMkLst>
            <pc:docMk/>
            <pc:sldMk cId="3326802072" sldId="258"/>
            <ac:picMk id="7" creationId="{F14AA163-0435-684D-8CC5-98E62C290AA7}"/>
          </ac:picMkLst>
        </pc:picChg>
        <pc:picChg chg="del">
          <ac:chgData name="Jingfeng Wu" userId="dbe85c2a-e248-4c4d-b554-7f78c7d699f3" providerId="ADAL" clId="{1E1868E9-2992-9A4E-ABCA-661D77042036}" dt="2020-11-03T19:43:45.935" v="1479" actId="21"/>
          <ac:picMkLst>
            <pc:docMk/>
            <pc:sldMk cId="3326802072" sldId="258"/>
            <ac:picMk id="11" creationId="{E4F6A810-1E24-834E-9942-FEBF1317765A}"/>
          </ac:picMkLst>
        </pc:picChg>
        <pc:picChg chg="del">
          <ac:chgData name="Jingfeng Wu" userId="dbe85c2a-e248-4c4d-b554-7f78c7d699f3" providerId="ADAL" clId="{1E1868E9-2992-9A4E-ABCA-661D77042036}" dt="2020-11-03T19:42:57.715" v="1475" actId="21"/>
          <ac:picMkLst>
            <pc:docMk/>
            <pc:sldMk cId="3326802072" sldId="258"/>
            <ac:picMk id="22" creationId="{9B85F157-910E-0C4F-A6CC-2F9F0AE6883A}"/>
          </ac:picMkLst>
        </pc:picChg>
        <pc:picChg chg="del">
          <ac:chgData name="Jingfeng Wu" userId="dbe85c2a-e248-4c4d-b554-7f78c7d699f3" providerId="ADAL" clId="{1E1868E9-2992-9A4E-ABCA-661D77042036}" dt="2020-11-03T19:42:43.262" v="1474" actId="478"/>
          <ac:picMkLst>
            <pc:docMk/>
            <pc:sldMk cId="3326802072" sldId="258"/>
            <ac:picMk id="23" creationId="{D8C175A9-246E-1041-B371-4865999F68BE}"/>
          </ac:picMkLst>
        </pc:picChg>
        <pc:picChg chg="del mod">
          <ac:chgData name="Jingfeng Wu" userId="dbe85c2a-e248-4c4d-b554-7f78c7d699f3" providerId="ADAL" clId="{1E1868E9-2992-9A4E-ABCA-661D77042036}" dt="2020-11-03T19:47:15.306" v="1491" actId="478"/>
          <ac:picMkLst>
            <pc:docMk/>
            <pc:sldMk cId="3326802072" sldId="258"/>
            <ac:picMk id="27" creationId="{FE8811E8-13A6-294E-BC13-0B38F4B183C8}"/>
          </ac:picMkLst>
        </pc:picChg>
        <pc:cxnChg chg="del mod">
          <ac:chgData name="Jingfeng Wu" userId="dbe85c2a-e248-4c4d-b554-7f78c7d699f3" providerId="ADAL" clId="{1E1868E9-2992-9A4E-ABCA-661D77042036}" dt="2020-11-03T17:52:52.618" v="736" actId="478"/>
          <ac:cxnSpMkLst>
            <pc:docMk/>
            <pc:sldMk cId="3326802072" sldId="258"/>
            <ac:cxnSpMk id="7" creationId="{49D24D7E-78F5-B145-AC66-E0011B5E09CF}"/>
          </ac:cxnSpMkLst>
        </pc:cxnChg>
      </pc:sldChg>
      <pc:sldChg chg="addSp delSp modSp mod">
        <pc:chgData name="Jingfeng Wu" userId="dbe85c2a-e248-4c4d-b554-7f78c7d699f3" providerId="ADAL" clId="{1E1868E9-2992-9A4E-ABCA-661D77042036}" dt="2020-11-03T20:52:57.412" v="2317" actId="20577"/>
        <pc:sldMkLst>
          <pc:docMk/>
          <pc:sldMk cId="1903254313" sldId="259"/>
        </pc:sldMkLst>
        <pc:spChg chg="mod">
          <ac:chgData name="Jingfeng Wu" userId="dbe85c2a-e248-4c4d-b554-7f78c7d699f3" providerId="ADAL" clId="{1E1868E9-2992-9A4E-ABCA-661D77042036}" dt="2020-11-03T20:52:57.412" v="2317" actId="20577"/>
          <ac:spMkLst>
            <pc:docMk/>
            <pc:sldMk cId="1903254313" sldId="259"/>
            <ac:spMk id="2" creationId="{7E038BC7-51B1-3E4A-A1A1-B551E5AFE935}"/>
          </ac:spMkLst>
        </pc:spChg>
        <pc:spChg chg="add del mod">
          <ac:chgData name="Jingfeng Wu" userId="dbe85c2a-e248-4c4d-b554-7f78c7d699f3" providerId="ADAL" clId="{1E1868E9-2992-9A4E-ABCA-661D77042036}" dt="2020-11-03T18:18:51.273" v="1126"/>
          <ac:spMkLst>
            <pc:docMk/>
            <pc:sldMk cId="1903254313" sldId="259"/>
            <ac:spMk id="4" creationId="{58A0E836-BE5D-B34F-8D25-0DF7A381CD70}"/>
          </ac:spMkLst>
        </pc:spChg>
        <pc:spChg chg="add mod">
          <ac:chgData name="Jingfeng Wu" userId="dbe85c2a-e248-4c4d-b554-7f78c7d699f3" providerId="ADAL" clId="{1E1868E9-2992-9A4E-ABCA-661D77042036}" dt="2020-11-03T17:08:26.284" v="56" actId="1076"/>
          <ac:spMkLst>
            <pc:docMk/>
            <pc:sldMk cId="1903254313" sldId="259"/>
            <ac:spMk id="8" creationId="{D33D204D-3676-B74F-81D2-FBFB71CCD046}"/>
          </ac:spMkLst>
        </pc:spChg>
        <pc:spChg chg="add mod">
          <ac:chgData name="Jingfeng Wu" userId="dbe85c2a-e248-4c4d-b554-7f78c7d699f3" providerId="ADAL" clId="{1E1868E9-2992-9A4E-ABCA-661D77042036}" dt="2020-11-03T19:11:54.696" v="1414" actId="1076"/>
          <ac:spMkLst>
            <pc:docMk/>
            <pc:sldMk cId="1903254313" sldId="259"/>
            <ac:spMk id="9" creationId="{01C4F46A-A2E2-F143-AEDA-5E1FF242C2EE}"/>
          </ac:spMkLst>
        </pc:spChg>
        <pc:spChg chg="add mod">
          <ac:chgData name="Jingfeng Wu" userId="dbe85c2a-e248-4c4d-b554-7f78c7d699f3" providerId="ADAL" clId="{1E1868E9-2992-9A4E-ABCA-661D77042036}" dt="2020-11-03T17:08:07.171" v="54" actId="1076"/>
          <ac:spMkLst>
            <pc:docMk/>
            <pc:sldMk cId="1903254313" sldId="259"/>
            <ac:spMk id="10" creationId="{92026BF0-26C3-B34E-BCC5-4680707490F5}"/>
          </ac:spMkLst>
        </pc:spChg>
        <pc:spChg chg="add mod">
          <ac:chgData name="Jingfeng Wu" userId="dbe85c2a-e248-4c4d-b554-7f78c7d699f3" providerId="ADAL" clId="{1E1868E9-2992-9A4E-ABCA-661D77042036}" dt="2020-11-03T19:12:03.031" v="1416" actId="1076"/>
          <ac:spMkLst>
            <pc:docMk/>
            <pc:sldMk cId="1903254313" sldId="259"/>
            <ac:spMk id="11" creationId="{E5840D87-7576-E845-AB8E-1C2E8750C2F5}"/>
          </ac:spMkLst>
        </pc:spChg>
        <pc:spChg chg="add del mod">
          <ac:chgData name="Jingfeng Wu" userId="dbe85c2a-e248-4c4d-b554-7f78c7d699f3" providerId="ADAL" clId="{1E1868E9-2992-9A4E-ABCA-661D77042036}" dt="2020-11-03T18:18:58.620" v="1128"/>
          <ac:spMkLst>
            <pc:docMk/>
            <pc:sldMk cId="1903254313" sldId="259"/>
            <ac:spMk id="12" creationId="{04E60CCC-B9DB-1E46-A40E-F4A05DD9A9B2}"/>
          </ac:spMkLst>
        </pc:spChg>
        <pc:spChg chg="add del mod">
          <ac:chgData name="Jingfeng Wu" userId="dbe85c2a-e248-4c4d-b554-7f78c7d699f3" providerId="ADAL" clId="{1E1868E9-2992-9A4E-ABCA-661D77042036}" dt="2020-11-03T18:19:34.998" v="1135" actId="478"/>
          <ac:spMkLst>
            <pc:docMk/>
            <pc:sldMk cId="1903254313" sldId="259"/>
            <ac:spMk id="13" creationId="{E7EEED5E-8E3B-0F4E-90A4-5B1E7C0B2118}"/>
          </ac:spMkLst>
        </pc:spChg>
        <pc:spChg chg="add del mod">
          <ac:chgData name="Jingfeng Wu" userId="dbe85c2a-e248-4c4d-b554-7f78c7d699f3" providerId="ADAL" clId="{1E1868E9-2992-9A4E-ABCA-661D77042036}" dt="2020-11-03T18:19:32.713" v="1134" actId="478"/>
          <ac:spMkLst>
            <pc:docMk/>
            <pc:sldMk cId="1903254313" sldId="259"/>
            <ac:spMk id="14" creationId="{80BB1871-6FE6-8F49-AF83-E14A73C7C09C}"/>
          </ac:spMkLst>
        </pc:spChg>
        <pc:spChg chg="add del mod">
          <ac:chgData name="Jingfeng Wu" userId="dbe85c2a-e248-4c4d-b554-7f78c7d699f3" providerId="ADAL" clId="{1E1868E9-2992-9A4E-ABCA-661D77042036}" dt="2020-11-03T18:19:41.157" v="1137"/>
          <ac:spMkLst>
            <pc:docMk/>
            <pc:sldMk cId="1903254313" sldId="259"/>
            <ac:spMk id="15" creationId="{C8DB98D0-5745-2D4E-84FD-04436DF9011D}"/>
          </ac:spMkLst>
        </pc:spChg>
        <pc:spChg chg="add del mod">
          <ac:chgData name="Jingfeng Wu" userId="dbe85c2a-e248-4c4d-b554-7f78c7d699f3" providerId="ADAL" clId="{1E1868E9-2992-9A4E-ABCA-661D77042036}" dt="2020-11-03T18:53:52.053" v="1355" actId="478"/>
          <ac:spMkLst>
            <pc:docMk/>
            <pc:sldMk cId="1903254313" sldId="259"/>
            <ac:spMk id="18" creationId="{99D84871-EED4-B94F-8030-4105EA24B329}"/>
          </ac:spMkLst>
        </pc:spChg>
        <pc:spChg chg="add mod">
          <ac:chgData name="Jingfeng Wu" userId="dbe85c2a-e248-4c4d-b554-7f78c7d699f3" providerId="ADAL" clId="{1E1868E9-2992-9A4E-ABCA-661D77042036}" dt="2020-11-03T19:50:12.018" v="1527" actId="14100"/>
          <ac:spMkLst>
            <pc:docMk/>
            <pc:sldMk cId="1903254313" sldId="259"/>
            <ac:spMk id="19" creationId="{2AA6B98C-8839-9541-B7CA-F0FEB0C1B3E3}"/>
          </ac:spMkLst>
        </pc:spChg>
        <pc:spChg chg="add del mod">
          <ac:chgData name="Jingfeng Wu" userId="dbe85c2a-e248-4c4d-b554-7f78c7d699f3" providerId="ADAL" clId="{1E1868E9-2992-9A4E-ABCA-661D77042036}" dt="2020-11-03T18:59:43.209" v="1386" actId="478"/>
          <ac:spMkLst>
            <pc:docMk/>
            <pc:sldMk cId="1903254313" sldId="259"/>
            <ac:spMk id="29" creationId="{D1916F0A-EAE9-DE4E-9ABC-0F3C20AB5E17}"/>
          </ac:spMkLst>
        </pc:spChg>
        <pc:spChg chg="add del">
          <ac:chgData name="Jingfeng Wu" userId="dbe85c2a-e248-4c4d-b554-7f78c7d699f3" providerId="ADAL" clId="{1E1868E9-2992-9A4E-ABCA-661D77042036}" dt="2020-11-03T17:22:31.674" v="370" actId="478"/>
          <ac:spMkLst>
            <pc:docMk/>
            <pc:sldMk cId="1903254313" sldId="259"/>
            <ac:spMk id="30" creationId="{B0628CAA-5B71-BA44-8036-64C7AA7C34C4}"/>
          </ac:spMkLst>
        </pc:spChg>
        <pc:spChg chg="add mod">
          <ac:chgData name="Jingfeng Wu" userId="dbe85c2a-e248-4c4d-b554-7f78c7d699f3" providerId="ADAL" clId="{1E1868E9-2992-9A4E-ABCA-661D77042036}" dt="2020-11-03T18:59:53.832" v="1388" actId="1076"/>
          <ac:spMkLst>
            <pc:docMk/>
            <pc:sldMk cId="1903254313" sldId="259"/>
            <ac:spMk id="31" creationId="{367E2FCA-438B-A244-9B89-F7AED0EAC3F4}"/>
          </ac:spMkLst>
        </pc:spChg>
        <pc:spChg chg="add del mod">
          <ac:chgData name="Jingfeng Wu" userId="dbe85c2a-e248-4c4d-b554-7f78c7d699f3" providerId="ADAL" clId="{1E1868E9-2992-9A4E-ABCA-661D77042036}" dt="2020-11-03T20:52:49.319" v="2307" actId="478"/>
          <ac:spMkLst>
            <pc:docMk/>
            <pc:sldMk cId="1903254313" sldId="259"/>
            <ac:spMk id="34" creationId="{7F83ADE5-99F4-3B45-81A7-4C1285086CDB}"/>
          </ac:spMkLst>
        </pc:spChg>
        <pc:spChg chg="add del mod">
          <ac:chgData name="Jingfeng Wu" userId="dbe85c2a-e248-4c4d-b554-7f78c7d699f3" providerId="ADAL" clId="{1E1868E9-2992-9A4E-ABCA-661D77042036}" dt="2020-11-03T17:39:05.314" v="451" actId="478"/>
          <ac:spMkLst>
            <pc:docMk/>
            <pc:sldMk cId="1903254313" sldId="259"/>
            <ac:spMk id="67" creationId="{8D1C9446-FDCE-F140-AD5A-81A4747D1B4B}"/>
          </ac:spMkLst>
        </pc:spChg>
        <pc:spChg chg="add del">
          <ac:chgData name="Jingfeng Wu" userId="dbe85c2a-e248-4c4d-b554-7f78c7d699f3" providerId="ADAL" clId="{1E1868E9-2992-9A4E-ABCA-661D77042036}" dt="2020-11-03T17:38:58.478" v="450" actId="11529"/>
          <ac:spMkLst>
            <pc:docMk/>
            <pc:sldMk cId="1903254313" sldId="259"/>
            <ac:spMk id="68" creationId="{68C5A4E1-7F79-9043-A046-BFD0E5322708}"/>
          </ac:spMkLst>
        </pc:spChg>
        <pc:spChg chg="add mod">
          <ac:chgData name="Jingfeng Wu" userId="dbe85c2a-e248-4c4d-b554-7f78c7d699f3" providerId="ADAL" clId="{1E1868E9-2992-9A4E-ABCA-661D77042036}" dt="2020-11-03T19:58:36.757" v="1540" actId="14100"/>
          <ac:spMkLst>
            <pc:docMk/>
            <pc:sldMk cId="1903254313" sldId="259"/>
            <ac:spMk id="77" creationId="{12012AB9-8513-D340-9E02-0F5D93FC546C}"/>
          </ac:spMkLst>
        </pc:spChg>
        <pc:spChg chg="add mod">
          <ac:chgData name="Jingfeng Wu" userId="dbe85c2a-e248-4c4d-b554-7f78c7d699f3" providerId="ADAL" clId="{1E1868E9-2992-9A4E-ABCA-661D77042036}" dt="2020-11-03T19:58:41.628" v="1541" actId="1076"/>
          <ac:spMkLst>
            <pc:docMk/>
            <pc:sldMk cId="1903254313" sldId="259"/>
            <ac:spMk id="78" creationId="{B8A8DB3F-E33D-9640-9BD3-8E3F6D5B2F14}"/>
          </ac:spMkLst>
        </pc:spChg>
        <pc:spChg chg="add mod">
          <ac:chgData name="Jingfeng Wu" userId="dbe85c2a-e248-4c4d-b554-7f78c7d699f3" providerId="ADAL" clId="{1E1868E9-2992-9A4E-ABCA-661D77042036}" dt="2020-11-03T18:59:38.338" v="1385" actId="207"/>
          <ac:spMkLst>
            <pc:docMk/>
            <pc:sldMk cId="1903254313" sldId="259"/>
            <ac:spMk id="79" creationId="{19B502BB-E94F-D846-BF24-64E43380C2F2}"/>
          </ac:spMkLst>
        </pc:spChg>
        <pc:spChg chg="add del mod">
          <ac:chgData name="Jingfeng Wu" userId="dbe85c2a-e248-4c4d-b554-7f78c7d699f3" providerId="ADAL" clId="{1E1868E9-2992-9A4E-ABCA-661D77042036}" dt="2020-11-03T18:18:44.238" v="1124" actId="478"/>
          <ac:spMkLst>
            <pc:docMk/>
            <pc:sldMk cId="1903254313" sldId="259"/>
            <ac:spMk id="80" creationId="{8E03E128-74D9-C44C-A74A-1C6D105EC1C8}"/>
          </ac:spMkLst>
        </pc:spChg>
        <pc:picChg chg="mod">
          <ac:chgData name="Jingfeng Wu" userId="dbe85c2a-e248-4c4d-b554-7f78c7d699f3" providerId="ADAL" clId="{1E1868E9-2992-9A4E-ABCA-661D77042036}" dt="2020-11-03T17:13:00.573" v="107" actId="1076"/>
          <ac:picMkLst>
            <pc:docMk/>
            <pc:sldMk cId="1903254313" sldId="259"/>
            <ac:picMk id="3" creationId="{A9035185-3F52-0D42-B3E0-55F2A0E8C620}"/>
          </ac:picMkLst>
        </pc:picChg>
        <pc:picChg chg="del">
          <ac:chgData name="Jingfeng Wu" userId="dbe85c2a-e248-4c4d-b554-7f78c7d699f3" providerId="ADAL" clId="{1E1868E9-2992-9A4E-ABCA-661D77042036}" dt="2020-11-03T16:58:45.215" v="0" actId="21"/>
          <ac:picMkLst>
            <pc:docMk/>
            <pc:sldMk cId="1903254313" sldId="259"/>
            <ac:picMk id="4" creationId="{A0373CBE-3278-1048-9E96-334931F74EB4}"/>
          </ac:picMkLst>
        </pc:picChg>
        <pc:picChg chg="add mod">
          <ac:chgData name="Jingfeng Wu" userId="dbe85c2a-e248-4c4d-b554-7f78c7d699f3" providerId="ADAL" clId="{1E1868E9-2992-9A4E-ABCA-661D77042036}" dt="2020-11-03T19:00:17.752" v="1389" actId="14100"/>
          <ac:picMkLst>
            <pc:docMk/>
            <pc:sldMk cId="1903254313" sldId="259"/>
            <ac:picMk id="5" creationId="{0021C0FB-EF18-AC4F-9CB0-08C4FB2B335C}"/>
          </ac:picMkLst>
        </pc:picChg>
        <pc:picChg chg="add mod">
          <ac:chgData name="Jingfeng Wu" userId="dbe85c2a-e248-4c4d-b554-7f78c7d699f3" providerId="ADAL" clId="{1E1868E9-2992-9A4E-ABCA-661D77042036}" dt="2020-11-03T18:23:03.704" v="1144" actId="1076"/>
          <ac:picMkLst>
            <pc:docMk/>
            <pc:sldMk cId="1903254313" sldId="259"/>
            <ac:picMk id="6" creationId="{7C4C802B-7271-DA4A-A19F-A14D7528F631}"/>
          </ac:picMkLst>
        </pc:picChg>
        <pc:picChg chg="del mod">
          <ac:chgData name="Jingfeng Wu" userId="dbe85c2a-e248-4c4d-b554-7f78c7d699f3" providerId="ADAL" clId="{1E1868E9-2992-9A4E-ABCA-661D77042036}" dt="2020-11-03T19:49:40.532" v="1521" actId="478"/>
          <ac:picMkLst>
            <pc:docMk/>
            <pc:sldMk cId="1903254313" sldId="259"/>
            <ac:picMk id="7" creationId="{140E7E1B-1A31-F446-811C-F4A56F1F9CD1}"/>
          </ac:picMkLst>
        </pc:picChg>
        <pc:picChg chg="add del mod">
          <ac:chgData name="Jingfeng Wu" userId="dbe85c2a-e248-4c4d-b554-7f78c7d699f3" providerId="ADAL" clId="{1E1868E9-2992-9A4E-ABCA-661D77042036}" dt="2020-11-03T18:38:32.002" v="1178" actId="21"/>
          <ac:picMkLst>
            <pc:docMk/>
            <pc:sldMk cId="1903254313" sldId="259"/>
            <ac:picMk id="14" creationId="{9C9F1C0C-3047-A844-BE35-755F92288887}"/>
          </ac:picMkLst>
        </pc:picChg>
        <pc:picChg chg="add del mod">
          <ac:chgData name="Jingfeng Wu" userId="dbe85c2a-e248-4c4d-b554-7f78c7d699f3" providerId="ADAL" clId="{1E1868E9-2992-9A4E-ABCA-661D77042036}" dt="2020-11-03T18:45:26.063" v="1194" actId="21"/>
          <ac:picMkLst>
            <pc:docMk/>
            <pc:sldMk cId="1903254313" sldId="259"/>
            <ac:picMk id="15" creationId="{CE16B9F8-1FF6-8444-B54B-20DA4DA728EA}"/>
          </ac:picMkLst>
        </pc:picChg>
        <pc:picChg chg="add del mod">
          <ac:chgData name="Jingfeng Wu" userId="dbe85c2a-e248-4c4d-b554-7f78c7d699f3" providerId="ADAL" clId="{1E1868E9-2992-9A4E-ABCA-661D77042036}" dt="2020-11-03T18:40:04.698" v="1184" actId="21"/>
          <ac:picMkLst>
            <pc:docMk/>
            <pc:sldMk cId="1903254313" sldId="259"/>
            <ac:picMk id="20" creationId="{730004D8-0A4F-FE4D-95C9-FAC88AB5C151}"/>
          </ac:picMkLst>
        </pc:picChg>
        <pc:picChg chg="add del mod">
          <ac:chgData name="Jingfeng Wu" userId="dbe85c2a-e248-4c4d-b554-7f78c7d699f3" providerId="ADAL" clId="{1E1868E9-2992-9A4E-ABCA-661D77042036}" dt="2020-11-03T18:43:51.976" v="1193" actId="478"/>
          <ac:picMkLst>
            <pc:docMk/>
            <pc:sldMk cId="1903254313" sldId="259"/>
            <ac:picMk id="21" creationId="{44197FE6-F15E-8640-B980-1FDF32EB2606}"/>
          </ac:picMkLst>
        </pc:picChg>
        <pc:picChg chg="add del mod">
          <ac:chgData name="Jingfeng Wu" userId="dbe85c2a-e248-4c4d-b554-7f78c7d699f3" providerId="ADAL" clId="{1E1868E9-2992-9A4E-ABCA-661D77042036}" dt="2020-11-03T18:47:47.549" v="1195" actId="478"/>
          <ac:picMkLst>
            <pc:docMk/>
            <pc:sldMk cId="1903254313" sldId="259"/>
            <ac:picMk id="22" creationId="{207B235A-F7E7-F143-A23D-BFE5A8912087}"/>
          </ac:picMkLst>
        </pc:picChg>
        <pc:picChg chg="add del mod">
          <ac:chgData name="Jingfeng Wu" userId="dbe85c2a-e248-4c4d-b554-7f78c7d699f3" providerId="ADAL" clId="{1E1868E9-2992-9A4E-ABCA-661D77042036}" dt="2020-11-03T18:48:37.665" v="1204" actId="21"/>
          <ac:picMkLst>
            <pc:docMk/>
            <pc:sldMk cId="1903254313" sldId="259"/>
            <ac:picMk id="23" creationId="{262E6C35-90F0-AA4A-A32F-AD8B3167D259}"/>
          </ac:picMkLst>
        </pc:picChg>
        <pc:picChg chg="add del mod">
          <ac:chgData name="Jingfeng Wu" userId="dbe85c2a-e248-4c4d-b554-7f78c7d699f3" providerId="ADAL" clId="{1E1868E9-2992-9A4E-ABCA-661D77042036}" dt="2020-11-03T18:55:02.908" v="1360" actId="478"/>
          <ac:picMkLst>
            <pc:docMk/>
            <pc:sldMk cId="1903254313" sldId="259"/>
            <ac:picMk id="24" creationId="{0E3B4F4D-6DE2-5440-8727-BF2A447466E0}"/>
          </ac:picMkLst>
        </pc:picChg>
        <pc:picChg chg="add del mod">
          <ac:chgData name="Jingfeng Wu" userId="dbe85c2a-e248-4c4d-b554-7f78c7d699f3" providerId="ADAL" clId="{1E1868E9-2992-9A4E-ABCA-661D77042036}" dt="2020-11-03T19:01:34.901" v="1393" actId="21"/>
          <ac:picMkLst>
            <pc:docMk/>
            <pc:sldMk cId="1903254313" sldId="259"/>
            <ac:picMk id="25" creationId="{3FB3BCD7-1842-3C43-B415-3441AAAE2258}"/>
          </ac:picMkLst>
        </pc:picChg>
        <pc:picChg chg="add del mod">
          <ac:chgData name="Jingfeng Wu" userId="dbe85c2a-e248-4c4d-b554-7f78c7d699f3" providerId="ADAL" clId="{1E1868E9-2992-9A4E-ABCA-661D77042036}" dt="2020-11-03T19:54:41.073" v="1528" actId="478"/>
          <ac:picMkLst>
            <pc:docMk/>
            <pc:sldMk cId="1903254313" sldId="259"/>
            <ac:picMk id="28" creationId="{D73D2BEE-1DEB-3A43-98BE-9F5CB2AED5DE}"/>
          </ac:picMkLst>
        </pc:picChg>
        <pc:picChg chg="add mod">
          <ac:chgData name="Jingfeng Wu" userId="dbe85c2a-e248-4c4d-b554-7f78c7d699f3" providerId="ADAL" clId="{1E1868E9-2992-9A4E-ABCA-661D77042036}" dt="2020-11-03T19:49:54.894" v="1524" actId="14100"/>
          <ac:picMkLst>
            <pc:docMk/>
            <pc:sldMk cId="1903254313" sldId="259"/>
            <ac:picMk id="30" creationId="{7A55CAE7-E9EE-5E4F-99C8-B0D45AC998C6}"/>
          </ac:picMkLst>
        </pc:picChg>
        <pc:picChg chg="add del mod">
          <ac:chgData name="Jingfeng Wu" userId="dbe85c2a-e248-4c4d-b554-7f78c7d699f3" providerId="ADAL" clId="{1E1868E9-2992-9A4E-ABCA-661D77042036}" dt="2020-11-03T19:55:09.039" v="1532" actId="478"/>
          <ac:picMkLst>
            <pc:docMk/>
            <pc:sldMk cId="1903254313" sldId="259"/>
            <ac:picMk id="32" creationId="{B1629169-A826-B443-87F7-88BBC5240DDE}"/>
          </ac:picMkLst>
        </pc:picChg>
        <pc:picChg chg="add mod">
          <ac:chgData name="Jingfeng Wu" userId="dbe85c2a-e248-4c4d-b554-7f78c7d699f3" providerId="ADAL" clId="{1E1868E9-2992-9A4E-ABCA-661D77042036}" dt="2020-11-03T19:55:30.562" v="1537" actId="1076"/>
          <ac:picMkLst>
            <pc:docMk/>
            <pc:sldMk cId="1903254313" sldId="259"/>
            <ac:picMk id="33" creationId="{192223E9-1A91-E949-89B6-433819E24E8F}"/>
          </ac:picMkLst>
        </pc:picChg>
        <pc:cxnChg chg="add del mod">
          <ac:chgData name="Jingfeng Wu" userId="dbe85c2a-e248-4c4d-b554-7f78c7d699f3" providerId="ADAL" clId="{1E1868E9-2992-9A4E-ABCA-661D77042036}" dt="2020-11-03T17:22:03.967" v="368" actId="478"/>
          <ac:cxnSpMkLst>
            <pc:docMk/>
            <pc:sldMk cId="1903254313" sldId="259"/>
            <ac:cxnSpMk id="13" creationId="{C8F2DF11-6B4E-AE43-A6EF-9B58B3C727CA}"/>
          </ac:cxnSpMkLst>
        </pc:cxnChg>
        <pc:cxnChg chg="add mod">
          <ac:chgData name="Jingfeng Wu" userId="dbe85c2a-e248-4c4d-b554-7f78c7d699f3" providerId="ADAL" clId="{1E1868E9-2992-9A4E-ABCA-661D77042036}" dt="2020-11-03T19:00:30.160" v="1392" actId="1076"/>
          <ac:cxnSpMkLst>
            <pc:docMk/>
            <pc:sldMk cId="1903254313" sldId="259"/>
            <ac:cxnSpMk id="16" creationId="{BC80F9F8-683C-3A44-9217-7A8A7C1786EC}"/>
          </ac:cxnSpMkLst>
        </pc:cxnChg>
        <pc:cxnChg chg="add mod">
          <ac:chgData name="Jingfeng Wu" userId="dbe85c2a-e248-4c4d-b554-7f78c7d699f3" providerId="ADAL" clId="{1E1868E9-2992-9A4E-ABCA-661D77042036}" dt="2020-11-03T19:00:28.157" v="1391" actId="1076"/>
          <ac:cxnSpMkLst>
            <pc:docMk/>
            <pc:sldMk cId="1903254313" sldId="259"/>
            <ac:cxnSpMk id="17" creationId="{94707602-CDB0-9949-A680-8CBB13EC20FD}"/>
          </ac:cxnSpMkLst>
        </pc:cxnChg>
        <pc:cxnChg chg="add del mod">
          <ac:chgData name="Jingfeng Wu" userId="dbe85c2a-e248-4c4d-b554-7f78c7d699f3" providerId="ADAL" clId="{1E1868E9-2992-9A4E-ABCA-661D77042036}" dt="2020-11-03T17:37:50.791" v="446" actId="478"/>
          <ac:cxnSpMkLst>
            <pc:docMk/>
            <pc:sldMk cId="1903254313" sldId="259"/>
            <ac:cxnSpMk id="32" creationId="{1B0D2345-3AD5-0B48-ACCD-5FE8CEF00A10}"/>
          </ac:cxnSpMkLst>
        </pc:cxnChg>
        <pc:cxnChg chg="add mod">
          <ac:chgData name="Jingfeng Wu" userId="dbe85c2a-e248-4c4d-b554-7f78c7d699f3" providerId="ADAL" clId="{1E1868E9-2992-9A4E-ABCA-661D77042036}" dt="2020-11-03T19:00:25.965" v="1390" actId="14100"/>
          <ac:cxnSpMkLst>
            <pc:docMk/>
            <pc:sldMk cId="1903254313" sldId="259"/>
            <ac:cxnSpMk id="70" creationId="{8DB2E652-A77B-AB42-BE1E-2E0347432EB0}"/>
          </ac:cxnSpMkLst>
        </pc:cxnChg>
      </pc:sldChg>
      <pc:sldChg chg="addSp delSp modSp mod ord">
        <pc:chgData name="Jingfeng Wu" userId="dbe85c2a-e248-4c4d-b554-7f78c7d699f3" providerId="ADAL" clId="{1E1868E9-2992-9A4E-ABCA-661D77042036}" dt="2020-11-04T02:10:09.604" v="3241"/>
        <pc:sldMkLst>
          <pc:docMk/>
          <pc:sldMk cId="2048004014" sldId="260"/>
        </pc:sldMkLst>
        <pc:spChg chg="mod">
          <ac:chgData name="Jingfeng Wu" userId="dbe85c2a-e248-4c4d-b554-7f78c7d699f3" providerId="ADAL" clId="{1E1868E9-2992-9A4E-ABCA-661D77042036}" dt="2020-11-03T17:53:47.169" v="750" actId="20577"/>
          <ac:spMkLst>
            <pc:docMk/>
            <pc:sldMk cId="2048004014" sldId="260"/>
            <ac:spMk id="2" creationId="{C5E1F764-E3FC-FD47-92AE-3A19013B791C}"/>
          </ac:spMkLst>
        </pc:spChg>
        <pc:spChg chg="add mod">
          <ac:chgData name="Jingfeng Wu" userId="dbe85c2a-e248-4c4d-b554-7f78c7d699f3" providerId="ADAL" clId="{1E1868E9-2992-9A4E-ABCA-661D77042036}" dt="2020-11-04T02:10:09.604" v="3241"/>
          <ac:spMkLst>
            <pc:docMk/>
            <pc:sldMk cId="2048004014" sldId="260"/>
            <ac:spMk id="8" creationId="{F8562283-3905-4047-A6AD-0988FA505832}"/>
          </ac:spMkLst>
        </pc:spChg>
        <pc:graphicFrameChg chg="add mod modGraphic">
          <ac:chgData name="Jingfeng Wu" userId="dbe85c2a-e248-4c4d-b554-7f78c7d699f3" providerId="ADAL" clId="{1E1868E9-2992-9A4E-ABCA-661D77042036}" dt="2020-11-04T02:08:55.948" v="3227" actId="1076"/>
          <ac:graphicFrameMkLst>
            <pc:docMk/>
            <pc:sldMk cId="2048004014" sldId="260"/>
            <ac:graphicFrameMk id="5" creationId="{D7FF07ED-26EB-B343-8301-816565AA13E4}"/>
          </ac:graphicFrameMkLst>
        </pc:graphicFrameChg>
        <pc:picChg chg="add mod">
          <ac:chgData name="Jingfeng Wu" userId="dbe85c2a-e248-4c4d-b554-7f78c7d699f3" providerId="ADAL" clId="{1E1868E9-2992-9A4E-ABCA-661D77042036}" dt="2020-11-03T17:45:13.200" v="539" actId="1076"/>
          <ac:picMkLst>
            <pc:docMk/>
            <pc:sldMk cId="2048004014" sldId="260"/>
            <ac:picMk id="4" creationId="{D49DF716-D54E-6C43-9BF6-05BA20752480}"/>
          </ac:picMkLst>
        </pc:picChg>
        <pc:picChg chg="add del mod">
          <ac:chgData name="Jingfeng Wu" userId="dbe85c2a-e248-4c4d-b554-7f78c7d699f3" providerId="ADAL" clId="{1E1868E9-2992-9A4E-ABCA-661D77042036}" dt="2020-11-03T17:47:57.046" v="608" actId="931"/>
          <ac:picMkLst>
            <pc:docMk/>
            <pc:sldMk cId="2048004014" sldId="260"/>
            <ac:picMk id="7" creationId="{9138C28D-295B-9F47-B7ED-1E51B4199322}"/>
          </ac:picMkLst>
        </pc:picChg>
      </pc:sldChg>
      <pc:sldChg chg="modSp mod">
        <pc:chgData name="Jingfeng Wu" userId="dbe85c2a-e248-4c4d-b554-7f78c7d699f3" providerId="ADAL" clId="{1E1868E9-2992-9A4E-ABCA-661D77042036}" dt="2020-11-04T07:17:22.904" v="9551" actId="20577"/>
        <pc:sldMkLst>
          <pc:docMk/>
          <pc:sldMk cId="1888171149" sldId="261"/>
        </pc:sldMkLst>
        <pc:spChg chg="mod">
          <ac:chgData name="Jingfeng Wu" userId="dbe85c2a-e248-4c4d-b554-7f78c7d699f3" providerId="ADAL" clId="{1E1868E9-2992-9A4E-ABCA-661D77042036}" dt="2020-11-04T07:17:22.904" v="9551" actId="20577"/>
          <ac:spMkLst>
            <pc:docMk/>
            <pc:sldMk cId="1888171149" sldId="261"/>
            <ac:spMk id="2" creationId="{D5C8A9ED-E508-5846-9ED3-5F8AAAFF067B}"/>
          </ac:spMkLst>
        </pc:spChg>
      </pc:sldChg>
      <pc:sldChg chg="addSp delSp modSp new del mod">
        <pc:chgData name="Jingfeng Wu" userId="dbe85c2a-e248-4c4d-b554-7f78c7d699f3" providerId="ADAL" clId="{1E1868E9-2992-9A4E-ABCA-661D77042036}" dt="2020-11-04T03:22:47.542" v="4451" actId="2696"/>
        <pc:sldMkLst>
          <pc:docMk/>
          <pc:sldMk cId="2017615972" sldId="262"/>
        </pc:sldMkLst>
        <pc:spChg chg="mod">
          <ac:chgData name="Jingfeng Wu" userId="dbe85c2a-e248-4c4d-b554-7f78c7d699f3" providerId="ADAL" clId="{1E1868E9-2992-9A4E-ABCA-661D77042036}" dt="2020-11-03T20:36:04.869" v="1894" actId="20577"/>
          <ac:spMkLst>
            <pc:docMk/>
            <pc:sldMk cId="2017615972" sldId="262"/>
            <ac:spMk id="2" creationId="{31D728B9-06AC-C943-BDEE-05A7FEB378F7}"/>
          </ac:spMkLst>
        </pc:spChg>
        <pc:spChg chg="add del mod">
          <ac:chgData name="Jingfeng Wu" userId="dbe85c2a-e248-4c4d-b554-7f78c7d699f3" providerId="ADAL" clId="{1E1868E9-2992-9A4E-ABCA-661D77042036}" dt="2020-11-04T03:04:54.379" v="4252" actId="21"/>
          <ac:spMkLst>
            <pc:docMk/>
            <pc:sldMk cId="2017615972" sldId="262"/>
            <ac:spMk id="7" creationId="{26F01018-7488-9344-BD71-9B09F4E767A4}"/>
          </ac:spMkLst>
        </pc:spChg>
        <pc:spChg chg="add del mod">
          <ac:chgData name="Jingfeng Wu" userId="dbe85c2a-e248-4c4d-b554-7f78c7d699f3" providerId="ADAL" clId="{1E1868E9-2992-9A4E-ABCA-661D77042036}" dt="2020-11-04T03:05:23.266" v="4257" actId="21"/>
          <ac:spMkLst>
            <pc:docMk/>
            <pc:sldMk cId="2017615972" sldId="262"/>
            <ac:spMk id="8" creationId="{D4CC8BDE-8BB9-B542-BE5D-1366F3027764}"/>
          </ac:spMkLst>
        </pc:spChg>
        <pc:picChg chg="add del mod">
          <ac:chgData name="Jingfeng Wu" userId="dbe85c2a-e248-4c4d-b554-7f78c7d699f3" providerId="ADAL" clId="{1E1868E9-2992-9A4E-ABCA-661D77042036}" dt="2020-11-04T03:01:38.360" v="4135" actId="21"/>
          <ac:picMkLst>
            <pc:docMk/>
            <pc:sldMk cId="2017615972" sldId="262"/>
            <ac:picMk id="4" creationId="{A2FE7EA4-BA57-3045-BB51-5A181882021E}"/>
          </ac:picMkLst>
        </pc:picChg>
        <pc:picChg chg="add del mod">
          <ac:chgData name="Jingfeng Wu" userId="dbe85c2a-e248-4c4d-b554-7f78c7d699f3" providerId="ADAL" clId="{1E1868E9-2992-9A4E-ABCA-661D77042036}" dt="2020-11-04T03:01:38.360" v="4135" actId="21"/>
          <ac:picMkLst>
            <pc:docMk/>
            <pc:sldMk cId="2017615972" sldId="262"/>
            <ac:picMk id="6" creationId="{3133B5B6-4E2E-BD42-A218-C4F3D55E03EE}"/>
          </ac:picMkLst>
        </pc:picChg>
      </pc:sldChg>
      <pc:sldChg chg="addSp delSp modSp new mod addCm delCm">
        <pc:chgData name="Jingfeng Wu" userId="dbe85c2a-e248-4c4d-b554-7f78c7d699f3" providerId="ADAL" clId="{1E1868E9-2992-9A4E-ABCA-661D77042036}" dt="2020-11-12T14:48:59.598" v="9640" actId="20577"/>
        <pc:sldMkLst>
          <pc:docMk/>
          <pc:sldMk cId="2935521230" sldId="263"/>
        </pc:sldMkLst>
        <pc:spChg chg="mod">
          <ac:chgData name="Jingfeng Wu" userId="dbe85c2a-e248-4c4d-b554-7f78c7d699f3" providerId="ADAL" clId="{1E1868E9-2992-9A4E-ABCA-661D77042036}" dt="2020-11-04T06:17:12.028" v="8160" actId="20577"/>
          <ac:spMkLst>
            <pc:docMk/>
            <pc:sldMk cId="2935521230" sldId="263"/>
            <ac:spMk id="2" creationId="{C0394D68-4BA0-6041-9435-DC4EDB0ADBE8}"/>
          </ac:spMkLst>
        </pc:spChg>
        <pc:spChg chg="add mod">
          <ac:chgData name="Jingfeng Wu" userId="dbe85c2a-e248-4c4d-b554-7f78c7d699f3" providerId="ADAL" clId="{1E1868E9-2992-9A4E-ABCA-661D77042036}" dt="2020-11-12T14:48:59.598" v="9640" actId="20577"/>
          <ac:spMkLst>
            <pc:docMk/>
            <pc:sldMk cId="2935521230" sldId="263"/>
            <ac:spMk id="3" creationId="{44FE80BD-71A3-FD41-A8DB-DC61CAA27942}"/>
          </ac:spMkLst>
        </pc:spChg>
        <pc:spChg chg="add del mod">
          <ac:chgData name="Jingfeng Wu" userId="dbe85c2a-e248-4c4d-b554-7f78c7d699f3" providerId="ADAL" clId="{1E1868E9-2992-9A4E-ABCA-661D77042036}" dt="2020-11-04T04:20:11.515" v="5705" actId="478"/>
          <ac:spMkLst>
            <pc:docMk/>
            <pc:sldMk cId="2935521230" sldId="263"/>
            <ac:spMk id="4" creationId="{B2A4C54B-0D20-CE49-9C9F-F2CD903B468C}"/>
          </ac:spMkLst>
        </pc:spChg>
        <pc:spChg chg="add del mod">
          <ac:chgData name="Jingfeng Wu" userId="dbe85c2a-e248-4c4d-b554-7f78c7d699f3" providerId="ADAL" clId="{1E1868E9-2992-9A4E-ABCA-661D77042036}" dt="2020-11-04T05:02:55.615" v="6243" actId="21"/>
          <ac:spMkLst>
            <pc:docMk/>
            <pc:sldMk cId="2935521230" sldId="263"/>
            <ac:spMk id="5" creationId="{A1B7E017-0189-A746-881C-E42930E9AD54}"/>
          </ac:spMkLst>
        </pc:spChg>
        <pc:spChg chg="add del mod">
          <ac:chgData name="Jingfeng Wu" userId="dbe85c2a-e248-4c4d-b554-7f78c7d699f3" providerId="ADAL" clId="{1E1868E9-2992-9A4E-ABCA-661D77042036}" dt="2020-11-04T04:03:44.023" v="5186"/>
          <ac:spMkLst>
            <pc:docMk/>
            <pc:sldMk cId="2935521230" sldId="263"/>
            <ac:spMk id="6" creationId="{55EFEAB3-281B-734A-983C-17BECE2FA2C1}"/>
          </ac:spMkLst>
        </pc:spChg>
        <pc:spChg chg="add del mod">
          <ac:chgData name="Jingfeng Wu" userId="dbe85c2a-e248-4c4d-b554-7f78c7d699f3" providerId="ADAL" clId="{1E1868E9-2992-9A4E-ABCA-661D77042036}" dt="2020-11-04T05:02:55.615" v="6243" actId="21"/>
          <ac:spMkLst>
            <pc:docMk/>
            <pc:sldMk cId="2935521230" sldId="263"/>
            <ac:spMk id="7" creationId="{1F09FF27-6542-9448-AD7B-5386F6E344EF}"/>
          </ac:spMkLst>
        </pc:spChg>
        <pc:spChg chg="add del mod">
          <ac:chgData name="Jingfeng Wu" userId="dbe85c2a-e248-4c4d-b554-7f78c7d699f3" providerId="ADAL" clId="{1E1868E9-2992-9A4E-ABCA-661D77042036}" dt="2020-11-04T05:17:14.199" v="6808" actId="21"/>
          <ac:spMkLst>
            <pc:docMk/>
            <pc:sldMk cId="2935521230" sldId="263"/>
            <ac:spMk id="8" creationId="{AF1FEBC1-217F-8341-8255-D4706AECD8DA}"/>
          </ac:spMkLst>
        </pc:spChg>
        <pc:spChg chg="add mod">
          <ac:chgData name="Jingfeng Wu" userId="dbe85c2a-e248-4c4d-b554-7f78c7d699f3" providerId="ADAL" clId="{1E1868E9-2992-9A4E-ABCA-661D77042036}" dt="2020-11-04T07:24:59.005" v="9556" actId="20577"/>
          <ac:spMkLst>
            <pc:docMk/>
            <pc:sldMk cId="2935521230" sldId="263"/>
            <ac:spMk id="9" creationId="{EBD011E6-707E-C640-8935-CA09970AF7B7}"/>
          </ac:spMkLst>
        </pc:spChg>
        <pc:spChg chg="add del mod">
          <ac:chgData name="Jingfeng Wu" userId="dbe85c2a-e248-4c4d-b554-7f78c7d699f3" providerId="ADAL" clId="{1E1868E9-2992-9A4E-ABCA-661D77042036}" dt="2020-11-04T05:06:36.276" v="6283"/>
          <ac:spMkLst>
            <pc:docMk/>
            <pc:sldMk cId="2935521230" sldId="263"/>
            <ac:spMk id="10" creationId="{E33B2ECB-A5EA-4D4C-A528-EEE8E7C08DA5}"/>
          </ac:spMkLst>
        </pc:spChg>
        <pc:spChg chg="add mod">
          <ac:chgData name="Jingfeng Wu" userId="dbe85c2a-e248-4c4d-b554-7f78c7d699f3" providerId="ADAL" clId="{1E1868E9-2992-9A4E-ABCA-661D77042036}" dt="2020-11-04T07:25:03.806" v="9559" actId="20577"/>
          <ac:spMkLst>
            <pc:docMk/>
            <pc:sldMk cId="2935521230" sldId="263"/>
            <ac:spMk id="11" creationId="{323BF697-35D6-504B-BBB7-85FBE6138365}"/>
          </ac:spMkLst>
        </pc:spChg>
        <pc:spChg chg="add mod">
          <ac:chgData name="Jingfeng Wu" userId="dbe85c2a-e248-4c4d-b554-7f78c7d699f3" providerId="ADAL" clId="{1E1868E9-2992-9A4E-ABCA-661D77042036}" dt="2020-11-04T05:23:25.063" v="6943" actId="20577"/>
          <ac:spMkLst>
            <pc:docMk/>
            <pc:sldMk cId="2935521230" sldId="263"/>
            <ac:spMk id="12" creationId="{1D0DAD72-36BB-7649-879C-3B81C9A35605}"/>
          </ac:spMkLst>
        </pc:spChg>
      </pc:sldChg>
      <pc:sldChg chg="addSp delSp modSp new mod">
        <pc:chgData name="Jingfeng Wu" userId="dbe85c2a-e248-4c4d-b554-7f78c7d699f3" providerId="ADAL" clId="{1E1868E9-2992-9A4E-ABCA-661D77042036}" dt="2020-11-04T06:19:38.509" v="8255" actId="20577"/>
        <pc:sldMkLst>
          <pc:docMk/>
          <pc:sldMk cId="2024759709" sldId="264"/>
        </pc:sldMkLst>
        <pc:spChg chg="mod">
          <ac:chgData name="Jingfeng Wu" userId="dbe85c2a-e248-4c4d-b554-7f78c7d699f3" providerId="ADAL" clId="{1E1868E9-2992-9A4E-ABCA-661D77042036}" dt="2020-11-04T06:17:16.930" v="8162" actId="20577"/>
          <ac:spMkLst>
            <pc:docMk/>
            <pc:sldMk cId="2024759709" sldId="264"/>
            <ac:spMk id="2" creationId="{8053ABBA-E975-5F4A-A000-25CD75F08CD7}"/>
          </ac:spMkLst>
        </pc:spChg>
        <pc:spChg chg="add del mod">
          <ac:chgData name="Jingfeng Wu" userId="dbe85c2a-e248-4c4d-b554-7f78c7d699f3" providerId="ADAL" clId="{1E1868E9-2992-9A4E-ABCA-661D77042036}" dt="2020-11-04T04:28:09.828" v="5753"/>
          <ac:spMkLst>
            <pc:docMk/>
            <pc:sldMk cId="2024759709" sldId="264"/>
            <ac:spMk id="5" creationId="{F0074366-D037-E74F-90AC-D6A2AA0F6451}"/>
          </ac:spMkLst>
        </pc:spChg>
        <pc:spChg chg="add del mod">
          <ac:chgData name="Jingfeng Wu" userId="dbe85c2a-e248-4c4d-b554-7f78c7d699f3" providerId="ADAL" clId="{1E1868E9-2992-9A4E-ABCA-661D77042036}" dt="2020-11-04T05:02:46.042" v="6241" actId="21"/>
          <ac:spMkLst>
            <pc:docMk/>
            <pc:sldMk cId="2024759709" sldId="264"/>
            <ac:spMk id="6" creationId="{C5761FFA-0082-B449-9FE0-F3605F8D29AD}"/>
          </ac:spMkLst>
        </pc:spChg>
        <pc:spChg chg="add del mod">
          <ac:chgData name="Jingfeng Wu" userId="dbe85c2a-e248-4c4d-b554-7f78c7d699f3" providerId="ADAL" clId="{1E1868E9-2992-9A4E-ABCA-661D77042036}" dt="2020-11-04T04:31:53.020" v="5889"/>
          <ac:spMkLst>
            <pc:docMk/>
            <pc:sldMk cId="2024759709" sldId="264"/>
            <ac:spMk id="7" creationId="{48178F08-3F84-8749-BB6B-3729E3A1F572}"/>
          </ac:spMkLst>
        </pc:spChg>
        <pc:spChg chg="add mod">
          <ac:chgData name="Jingfeng Wu" userId="dbe85c2a-e248-4c4d-b554-7f78c7d699f3" providerId="ADAL" clId="{1E1868E9-2992-9A4E-ABCA-661D77042036}" dt="2020-11-04T06:19:29.594" v="8247" actId="20577"/>
          <ac:spMkLst>
            <pc:docMk/>
            <pc:sldMk cId="2024759709" sldId="264"/>
            <ac:spMk id="8" creationId="{F542B48B-EED8-0045-BB8D-75CA4B6345E6}"/>
          </ac:spMkLst>
        </pc:spChg>
        <pc:spChg chg="add mod">
          <ac:chgData name="Jingfeng Wu" userId="dbe85c2a-e248-4c4d-b554-7f78c7d699f3" providerId="ADAL" clId="{1E1868E9-2992-9A4E-ABCA-661D77042036}" dt="2020-11-04T06:19:38.509" v="8255" actId="20577"/>
          <ac:spMkLst>
            <pc:docMk/>
            <pc:sldMk cId="2024759709" sldId="264"/>
            <ac:spMk id="9" creationId="{87751BCB-0C71-4F4B-AC20-6F761617914D}"/>
          </ac:spMkLst>
        </pc:spChg>
        <pc:spChg chg="add mod">
          <ac:chgData name="Jingfeng Wu" userId="dbe85c2a-e248-4c4d-b554-7f78c7d699f3" providerId="ADAL" clId="{1E1868E9-2992-9A4E-ABCA-661D77042036}" dt="2020-11-04T05:04:11.316" v="6252" actId="1076"/>
          <ac:spMkLst>
            <pc:docMk/>
            <pc:sldMk cId="2024759709" sldId="264"/>
            <ac:spMk id="10" creationId="{24914586-DA2B-F547-A1FA-D0BA57FC3B83}"/>
          </ac:spMkLst>
        </pc:spChg>
        <pc:spChg chg="add mod">
          <ac:chgData name="Jingfeng Wu" userId="dbe85c2a-e248-4c4d-b554-7f78c7d699f3" providerId="ADAL" clId="{1E1868E9-2992-9A4E-ABCA-661D77042036}" dt="2020-11-04T05:17:28.068" v="6811" actId="20577"/>
          <ac:spMkLst>
            <pc:docMk/>
            <pc:sldMk cId="2024759709" sldId="264"/>
            <ac:spMk id="11" creationId="{CC7BCD3A-9E49-5747-92E7-6A4EE33C4321}"/>
          </ac:spMkLst>
        </pc:spChg>
        <pc:picChg chg="add mod">
          <ac:chgData name="Jingfeng Wu" userId="dbe85c2a-e248-4c4d-b554-7f78c7d699f3" providerId="ADAL" clId="{1E1868E9-2992-9A4E-ABCA-661D77042036}" dt="2020-11-04T04:25:04.995" v="5750" actId="1076"/>
          <ac:picMkLst>
            <pc:docMk/>
            <pc:sldMk cId="2024759709" sldId="264"/>
            <ac:picMk id="4" creationId="{3FABE4C4-2432-EF40-976E-B98439C77468}"/>
          </ac:picMkLst>
        </pc:picChg>
      </pc:sldChg>
      <pc:sldChg chg="addSp delSp modSp new mod">
        <pc:chgData name="Jingfeng Wu" userId="dbe85c2a-e248-4c4d-b554-7f78c7d699f3" providerId="ADAL" clId="{1E1868E9-2992-9A4E-ABCA-661D77042036}" dt="2020-11-04T06:20:46.955" v="8267" actId="20577"/>
        <pc:sldMkLst>
          <pc:docMk/>
          <pc:sldMk cId="89434201" sldId="265"/>
        </pc:sldMkLst>
        <pc:spChg chg="mod">
          <ac:chgData name="Jingfeng Wu" userId="dbe85c2a-e248-4c4d-b554-7f78c7d699f3" providerId="ADAL" clId="{1E1868E9-2992-9A4E-ABCA-661D77042036}" dt="2020-11-04T06:20:46.955" v="8267" actId="20577"/>
          <ac:spMkLst>
            <pc:docMk/>
            <pc:sldMk cId="89434201" sldId="265"/>
            <ac:spMk id="2" creationId="{A28014B1-B4B9-5E4A-AD20-A0623EC0327F}"/>
          </ac:spMkLst>
        </pc:spChg>
        <pc:spChg chg="add mod">
          <ac:chgData name="Jingfeng Wu" userId="dbe85c2a-e248-4c4d-b554-7f78c7d699f3" providerId="ADAL" clId="{1E1868E9-2992-9A4E-ABCA-661D77042036}" dt="2020-11-04T05:48:02.375" v="7570" actId="1076"/>
          <ac:spMkLst>
            <pc:docMk/>
            <pc:sldMk cId="89434201" sldId="265"/>
            <ac:spMk id="5" creationId="{8F6D033D-C230-844D-B406-E8BA5B76E93B}"/>
          </ac:spMkLst>
        </pc:spChg>
        <pc:spChg chg="add mod">
          <ac:chgData name="Jingfeng Wu" userId="dbe85c2a-e248-4c4d-b554-7f78c7d699f3" providerId="ADAL" clId="{1E1868E9-2992-9A4E-ABCA-661D77042036}" dt="2020-11-04T05:48:36.768" v="7578" actId="20577"/>
          <ac:spMkLst>
            <pc:docMk/>
            <pc:sldMk cId="89434201" sldId="265"/>
            <ac:spMk id="6" creationId="{3102CEFD-8DDB-E342-9E18-95374DC5F8F5}"/>
          </ac:spMkLst>
        </pc:spChg>
        <pc:spChg chg="add mod">
          <ac:chgData name="Jingfeng Wu" userId="dbe85c2a-e248-4c4d-b554-7f78c7d699f3" providerId="ADAL" clId="{1E1868E9-2992-9A4E-ABCA-661D77042036}" dt="2020-11-04T05:49:26.690" v="7594" actId="403"/>
          <ac:spMkLst>
            <pc:docMk/>
            <pc:sldMk cId="89434201" sldId="265"/>
            <ac:spMk id="7" creationId="{83BF8EFE-CDDE-C546-B6B1-34F124EB55C1}"/>
          </ac:spMkLst>
        </pc:spChg>
        <pc:spChg chg="add mod">
          <ac:chgData name="Jingfeng Wu" userId="dbe85c2a-e248-4c4d-b554-7f78c7d699f3" providerId="ADAL" clId="{1E1868E9-2992-9A4E-ABCA-661D77042036}" dt="2020-11-04T05:49:31.802" v="7595" actId="1076"/>
          <ac:spMkLst>
            <pc:docMk/>
            <pc:sldMk cId="89434201" sldId="265"/>
            <ac:spMk id="8" creationId="{9136EA9F-714C-5F4C-A01B-388352B5527C}"/>
          </ac:spMkLst>
        </pc:spChg>
        <pc:spChg chg="add del mod">
          <ac:chgData name="Jingfeng Wu" userId="dbe85c2a-e248-4c4d-b554-7f78c7d699f3" providerId="ADAL" clId="{1E1868E9-2992-9A4E-ABCA-661D77042036}" dt="2020-11-04T05:49:42.005" v="7597"/>
          <ac:spMkLst>
            <pc:docMk/>
            <pc:sldMk cId="89434201" sldId="265"/>
            <ac:spMk id="9" creationId="{43266EE0-003B-3849-AF88-7A85D5F68774}"/>
          </ac:spMkLst>
        </pc:spChg>
        <pc:spChg chg="add mod">
          <ac:chgData name="Jingfeng Wu" userId="dbe85c2a-e248-4c4d-b554-7f78c7d699f3" providerId="ADAL" clId="{1E1868E9-2992-9A4E-ABCA-661D77042036}" dt="2020-11-04T05:50:05.125" v="7620" actId="20577"/>
          <ac:spMkLst>
            <pc:docMk/>
            <pc:sldMk cId="89434201" sldId="265"/>
            <ac:spMk id="10" creationId="{19A931B8-6B8A-FA46-9216-4119FC626B46}"/>
          </ac:spMkLst>
        </pc:spChg>
        <pc:picChg chg="add mod">
          <ac:chgData name="Jingfeng Wu" userId="dbe85c2a-e248-4c4d-b554-7f78c7d699f3" providerId="ADAL" clId="{1E1868E9-2992-9A4E-ABCA-661D77042036}" dt="2020-11-04T05:50:54.502" v="7625" actId="14100"/>
          <ac:picMkLst>
            <pc:docMk/>
            <pc:sldMk cId="89434201" sldId="265"/>
            <ac:picMk id="3" creationId="{61538430-7086-1645-8AB7-4510E9BB9DBB}"/>
          </ac:picMkLst>
        </pc:picChg>
        <pc:picChg chg="add del mod">
          <ac:chgData name="Jingfeng Wu" userId="dbe85c2a-e248-4c4d-b554-7f78c7d699f3" providerId="ADAL" clId="{1E1868E9-2992-9A4E-ABCA-661D77042036}" dt="2020-11-04T05:50:40.508" v="7624" actId="478"/>
          <ac:picMkLst>
            <pc:docMk/>
            <pc:sldMk cId="89434201" sldId="265"/>
            <ac:picMk id="4" creationId="{86D10F24-1938-7743-A784-5C349B8FBA12}"/>
          </ac:picMkLst>
        </pc:picChg>
      </pc:sldChg>
      <pc:sldChg chg="addSp delSp modSp new mod">
        <pc:chgData name="Jingfeng Wu" userId="dbe85c2a-e248-4c4d-b554-7f78c7d699f3" providerId="ADAL" clId="{1E1868E9-2992-9A4E-ABCA-661D77042036}" dt="2020-11-12T15:38:19.940" v="10068" actId="1076"/>
        <pc:sldMkLst>
          <pc:docMk/>
          <pc:sldMk cId="775594150" sldId="266"/>
        </pc:sldMkLst>
        <pc:spChg chg="mod">
          <ac:chgData name="Jingfeng Wu" userId="dbe85c2a-e248-4c4d-b554-7f78c7d699f3" providerId="ADAL" clId="{1E1868E9-2992-9A4E-ABCA-661D77042036}" dt="2020-11-04T05:51:59.568" v="7647" actId="20577"/>
          <ac:spMkLst>
            <pc:docMk/>
            <pc:sldMk cId="775594150" sldId="266"/>
            <ac:spMk id="2" creationId="{BF0B503C-7D03-6B47-9EBC-85696E2DC0EC}"/>
          </ac:spMkLst>
        </pc:spChg>
        <pc:spChg chg="add del mod">
          <ac:chgData name="Jingfeng Wu" userId="dbe85c2a-e248-4c4d-b554-7f78c7d699f3" providerId="ADAL" clId="{1E1868E9-2992-9A4E-ABCA-661D77042036}" dt="2020-11-04T05:36:55.097" v="7127" actId="478"/>
          <ac:spMkLst>
            <pc:docMk/>
            <pc:sldMk cId="775594150" sldId="266"/>
            <ac:spMk id="3" creationId="{80E439B7-5653-AF46-AAC9-AEC2273EFAC5}"/>
          </ac:spMkLst>
        </pc:spChg>
        <pc:spChg chg="add mod">
          <ac:chgData name="Jingfeng Wu" userId="dbe85c2a-e248-4c4d-b554-7f78c7d699f3" providerId="ADAL" clId="{1E1868E9-2992-9A4E-ABCA-661D77042036}" dt="2020-11-04T05:58:34.954" v="8011" actId="20577"/>
          <ac:spMkLst>
            <pc:docMk/>
            <pc:sldMk cId="775594150" sldId="266"/>
            <ac:spMk id="5" creationId="{2AFA8E42-4BA9-BB4E-901D-9E5708665361}"/>
          </ac:spMkLst>
        </pc:spChg>
        <pc:spChg chg="add mod">
          <ac:chgData name="Jingfeng Wu" userId="dbe85c2a-e248-4c4d-b554-7f78c7d699f3" providerId="ADAL" clId="{1E1868E9-2992-9A4E-ABCA-661D77042036}" dt="2020-11-12T15:38:19.940" v="10068" actId="1076"/>
          <ac:spMkLst>
            <pc:docMk/>
            <pc:sldMk cId="775594150" sldId="266"/>
            <ac:spMk id="6" creationId="{8A9031A3-F257-494F-9288-3C9ED35DD5C4}"/>
          </ac:spMkLst>
        </pc:spChg>
        <pc:picChg chg="add del mod">
          <ac:chgData name="Jingfeng Wu" userId="dbe85c2a-e248-4c4d-b554-7f78c7d699f3" providerId="ADAL" clId="{1E1868E9-2992-9A4E-ABCA-661D77042036}" dt="2020-11-12T14:45:42.787" v="9616" actId="478"/>
          <ac:picMkLst>
            <pc:docMk/>
            <pc:sldMk cId="775594150" sldId="266"/>
            <ac:picMk id="4" creationId="{AE0A3750-F493-5243-8638-D5B2461F9680}"/>
          </ac:picMkLst>
        </pc:picChg>
        <pc:picChg chg="add del mod">
          <ac:chgData name="Jingfeng Wu" userId="dbe85c2a-e248-4c4d-b554-7f78c7d699f3" providerId="ADAL" clId="{1E1868E9-2992-9A4E-ABCA-661D77042036}" dt="2020-11-12T14:45:41.702" v="9615"/>
          <ac:picMkLst>
            <pc:docMk/>
            <pc:sldMk cId="775594150" sldId="266"/>
            <ac:picMk id="7" creationId="{762AE111-0DAE-6E42-8E74-A2249C62BE86}"/>
          </ac:picMkLst>
        </pc:picChg>
        <pc:picChg chg="add mod">
          <ac:chgData name="Jingfeng Wu" userId="dbe85c2a-e248-4c4d-b554-7f78c7d699f3" providerId="ADAL" clId="{1E1868E9-2992-9A4E-ABCA-661D77042036}" dt="2020-11-12T14:45:43.662" v="9617"/>
          <ac:picMkLst>
            <pc:docMk/>
            <pc:sldMk cId="775594150" sldId="266"/>
            <ac:picMk id="8" creationId="{9AD1092F-F69D-5447-8050-F2A30B55A9E7}"/>
          </ac:picMkLst>
        </pc:picChg>
      </pc:sldChg>
      <pc:sldChg chg="addSp delSp modSp new mod modAnim">
        <pc:chgData name="Jingfeng Wu" userId="dbe85c2a-e248-4c4d-b554-7f78c7d699f3" providerId="ADAL" clId="{1E1868E9-2992-9A4E-ABCA-661D77042036}" dt="2020-11-04T02:50:22.881" v="3848" actId="122"/>
        <pc:sldMkLst>
          <pc:docMk/>
          <pc:sldMk cId="775322852" sldId="267"/>
        </pc:sldMkLst>
        <pc:spChg chg="mod">
          <ac:chgData name="Jingfeng Wu" userId="dbe85c2a-e248-4c4d-b554-7f78c7d699f3" providerId="ADAL" clId="{1E1868E9-2992-9A4E-ABCA-661D77042036}" dt="2020-11-03T20:01:17.500" v="1584" actId="20577"/>
          <ac:spMkLst>
            <pc:docMk/>
            <pc:sldMk cId="775322852" sldId="267"/>
            <ac:spMk id="2" creationId="{2B2305F9-8995-E84E-8204-A0F635674E2A}"/>
          </ac:spMkLst>
        </pc:spChg>
        <pc:spChg chg="add mod">
          <ac:chgData name="Jingfeng Wu" userId="dbe85c2a-e248-4c4d-b554-7f78c7d699f3" providerId="ADAL" clId="{1E1868E9-2992-9A4E-ABCA-661D77042036}" dt="2020-11-03T20:42:25.990" v="2097" actId="1076"/>
          <ac:spMkLst>
            <pc:docMk/>
            <pc:sldMk cId="775322852" sldId="267"/>
            <ac:spMk id="3" creationId="{45ED9C4D-095E-7241-AF49-7C53107D66AC}"/>
          </ac:spMkLst>
        </pc:spChg>
        <pc:spChg chg="add mod">
          <ac:chgData name="Jingfeng Wu" userId="dbe85c2a-e248-4c4d-b554-7f78c7d699f3" providerId="ADAL" clId="{1E1868E9-2992-9A4E-ABCA-661D77042036}" dt="2020-11-03T20:42:10.666" v="2095" actId="1076"/>
          <ac:spMkLst>
            <pc:docMk/>
            <pc:sldMk cId="775322852" sldId="267"/>
            <ac:spMk id="4" creationId="{3E95DEE3-CCD1-9D48-A27C-EEDEB3B91BAF}"/>
          </ac:spMkLst>
        </pc:spChg>
        <pc:spChg chg="add del mod">
          <ac:chgData name="Jingfeng Wu" userId="dbe85c2a-e248-4c4d-b554-7f78c7d699f3" providerId="ADAL" clId="{1E1868E9-2992-9A4E-ABCA-661D77042036}" dt="2020-11-04T02:47:49.559" v="3814" actId="478"/>
          <ac:spMkLst>
            <pc:docMk/>
            <pc:sldMk cId="775322852" sldId="267"/>
            <ac:spMk id="7" creationId="{34DAD873-23FF-A342-ABB8-B3801FE9FDFA}"/>
          </ac:spMkLst>
        </pc:spChg>
        <pc:spChg chg="add del">
          <ac:chgData name="Jingfeng Wu" userId="dbe85c2a-e248-4c4d-b554-7f78c7d699f3" providerId="ADAL" clId="{1E1868E9-2992-9A4E-ABCA-661D77042036}" dt="2020-11-03T20:01:44.398" v="1586" actId="11529"/>
          <ac:spMkLst>
            <pc:docMk/>
            <pc:sldMk cId="775322852" sldId="267"/>
            <ac:spMk id="7" creationId="{3A11FAC0-F1FF-0C4D-9C97-09212166E740}"/>
          </ac:spMkLst>
        </pc:spChg>
        <pc:spChg chg="add del">
          <ac:chgData name="Jingfeng Wu" userId="dbe85c2a-e248-4c4d-b554-7f78c7d699f3" providerId="ADAL" clId="{1E1868E9-2992-9A4E-ABCA-661D77042036}" dt="2020-11-03T20:02:25.254" v="1588" actId="11529"/>
          <ac:spMkLst>
            <pc:docMk/>
            <pc:sldMk cId="775322852" sldId="267"/>
            <ac:spMk id="8" creationId="{BF89EE5D-BC41-0D47-BC4A-4FF54882B867}"/>
          </ac:spMkLst>
        </pc:spChg>
        <pc:spChg chg="add del mod">
          <ac:chgData name="Jingfeng Wu" userId="dbe85c2a-e248-4c4d-b554-7f78c7d699f3" providerId="ADAL" clId="{1E1868E9-2992-9A4E-ABCA-661D77042036}" dt="2020-11-03T20:18:58.407" v="1712" actId="478"/>
          <ac:spMkLst>
            <pc:docMk/>
            <pc:sldMk cId="775322852" sldId="267"/>
            <ac:spMk id="9" creationId="{E539C499-7317-554A-953E-E0315DB3114A}"/>
          </ac:spMkLst>
        </pc:spChg>
        <pc:spChg chg="add mod">
          <ac:chgData name="Jingfeng Wu" userId="dbe85c2a-e248-4c4d-b554-7f78c7d699f3" providerId="ADAL" clId="{1E1868E9-2992-9A4E-ABCA-661D77042036}" dt="2020-11-04T02:50:01.025" v="3845" actId="207"/>
          <ac:spMkLst>
            <pc:docMk/>
            <pc:sldMk cId="775322852" sldId="267"/>
            <ac:spMk id="32" creationId="{DB396D05-9711-434B-9502-EAC8F30406A4}"/>
          </ac:spMkLst>
        </pc:spChg>
        <pc:spChg chg="add mod">
          <ac:chgData name="Jingfeng Wu" userId="dbe85c2a-e248-4c4d-b554-7f78c7d699f3" providerId="ADAL" clId="{1E1868E9-2992-9A4E-ABCA-661D77042036}" dt="2020-11-04T02:50:06.670" v="3846" actId="207"/>
          <ac:spMkLst>
            <pc:docMk/>
            <pc:sldMk cId="775322852" sldId="267"/>
            <ac:spMk id="33" creationId="{CB7AD770-3C98-AB4D-821B-61B45480D54F}"/>
          </ac:spMkLst>
        </pc:spChg>
        <pc:spChg chg="add mod">
          <ac:chgData name="Jingfeng Wu" userId="dbe85c2a-e248-4c4d-b554-7f78c7d699f3" providerId="ADAL" clId="{1E1868E9-2992-9A4E-ABCA-661D77042036}" dt="2020-11-03T20:20:03.197" v="1718" actId="1076"/>
          <ac:spMkLst>
            <pc:docMk/>
            <pc:sldMk cId="775322852" sldId="267"/>
            <ac:spMk id="34" creationId="{C057B26B-DA1D-A240-B636-BF8ABF1828E3}"/>
          </ac:spMkLst>
        </pc:spChg>
        <pc:spChg chg="add del mod">
          <ac:chgData name="Jingfeng Wu" userId="dbe85c2a-e248-4c4d-b554-7f78c7d699f3" providerId="ADAL" clId="{1E1868E9-2992-9A4E-ABCA-661D77042036}" dt="2020-11-03T20:21:25.310" v="1731" actId="478"/>
          <ac:spMkLst>
            <pc:docMk/>
            <pc:sldMk cId="775322852" sldId="267"/>
            <ac:spMk id="36" creationId="{07FC2AD6-4E24-1440-BA92-000C899FF9A8}"/>
          </ac:spMkLst>
        </pc:spChg>
        <pc:spChg chg="add mod">
          <ac:chgData name="Jingfeng Wu" userId="dbe85c2a-e248-4c4d-b554-7f78c7d699f3" providerId="ADAL" clId="{1E1868E9-2992-9A4E-ABCA-661D77042036}" dt="2020-11-04T02:50:22.881" v="3848" actId="122"/>
          <ac:spMkLst>
            <pc:docMk/>
            <pc:sldMk cId="775322852" sldId="267"/>
            <ac:spMk id="37" creationId="{06D66ACC-7E16-6947-A7A3-0947C7A6C1BD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38" creationId="{FC167264-EFEF-5648-B492-42C213169AB4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39" creationId="{F25B8E93-F236-514E-A6B3-21C30C9C109C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41" creationId="{3559682C-0EAB-8B4A-AC39-39F0A2DE157C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42" creationId="{231E5549-CB3D-2347-91E4-B99E4D91623A}"/>
          </ac:spMkLst>
        </pc:spChg>
        <pc:spChg chg="add mod">
          <ac:chgData name="Jingfeng Wu" userId="dbe85c2a-e248-4c4d-b554-7f78c7d699f3" providerId="ADAL" clId="{1E1868E9-2992-9A4E-ABCA-661D77042036}" dt="2020-11-03T21:06:29.626" v="2572" actId="20577"/>
          <ac:spMkLst>
            <pc:docMk/>
            <pc:sldMk cId="775322852" sldId="267"/>
            <ac:spMk id="43" creationId="{DCBFC170-7B19-E440-AE9D-27CC385646BE}"/>
          </ac:spMkLst>
        </pc:spChg>
        <pc:spChg chg="add del mod">
          <ac:chgData name="Jingfeng Wu" userId="dbe85c2a-e248-4c4d-b554-7f78c7d699f3" providerId="ADAL" clId="{1E1868E9-2992-9A4E-ABCA-661D77042036}" dt="2020-11-03T20:47:16.051" v="2302" actId="478"/>
          <ac:spMkLst>
            <pc:docMk/>
            <pc:sldMk cId="775322852" sldId="267"/>
            <ac:spMk id="44" creationId="{8B72852B-2ECF-644B-A62B-4BEB90040489}"/>
          </ac:spMkLst>
        </pc:spChg>
        <pc:grpChg chg="add mod">
          <ac:chgData name="Jingfeng Wu" userId="dbe85c2a-e248-4c4d-b554-7f78c7d699f3" providerId="ADAL" clId="{1E1868E9-2992-9A4E-ABCA-661D77042036}" dt="2020-11-03T20:42:32.292" v="2098" actId="1076"/>
          <ac:grpSpMkLst>
            <pc:docMk/>
            <pc:sldMk cId="775322852" sldId="267"/>
            <ac:grpSpMk id="40" creationId="{07DF5321-62B3-5249-A1F9-62B933742320}"/>
          </ac:grpSpMkLst>
        </pc:grpChg>
        <pc:picChg chg="add mod">
          <ac:chgData name="Jingfeng Wu" userId="dbe85c2a-e248-4c4d-b554-7f78c7d699f3" providerId="ADAL" clId="{1E1868E9-2992-9A4E-ABCA-661D77042036}" dt="2020-11-03T20:42:25.990" v="2097" actId="1076"/>
          <ac:picMkLst>
            <pc:docMk/>
            <pc:sldMk cId="775322852" sldId="267"/>
            <ac:picMk id="5" creationId="{7911050F-61C6-0845-8E69-6A1AF66B8033}"/>
          </ac:picMkLst>
        </pc:picChg>
        <pc:picChg chg="add mod">
          <ac:chgData name="Jingfeng Wu" userId="dbe85c2a-e248-4c4d-b554-7f78c7d699f3" providerId="ADAL" clId="{1E1868E9-2992-9A4E-ABCA-661D77042036}" dt="2020-11-03T20:42:19.366" v="2096" actId="1076"/>
          <ac:picMkLst>
            <pc:docMk/>
            <pc:sldMk cId="775322852" sldId="267"/>
            <ac:picMk id="6" creationId="{D8ED80C2-A6F1-DD49-A5F8-FF8AEDE43741}"/>
          </ac:picMkLst>
        </pc:picChg>
        <pc:picChg chg="add mod">
          <ac:chgData name="Jingfeng Wu" userId="dbe85c2a-e248-4c4d-b554-7f78c7d699f3" providerId="ADAL" clId="{1E1868E9-2992-9A4E-ABCA-661D77042036}" dt="2020-11-03T20:39:43.405" v="1937" actId="164"/>
          <ac:picMkLst>
            <pc:docMk/>
            <pc:sldMk cId="775322852" sldId="267"/>
            <ac:picMk id="35" creationId="{4B29ABBE-5F14-144A-B117-72673B1FBA7C}"/>
          </ac:picMkLst>
        </pc:picChg>
        <pc:picChg chg="add mod">
          <ac:chgData name="Jingfeng Wu" userId="dbe85c2a-e248-4c4d-b554-7f78c7d699f3" providerId="ADAL" clId="{1E1868E9-2992-9A4E-ABCA-661D77042036}" dt="2020-11-03T20:19:55.218" v="1717" actId="1076"/>
          <ac:picMkLst>
            <pc:docMk/>
            <pc:sldMk cId="775322852" sldId="267"/>
            <ac:picMk id="1026" creationId="{563A4675-A09D-DE4B-8F60-7D988E6BA7CB}"/>
          </ac:picMkLst>
        </pc:picChg>
        <pc:cxnChg chg="add del">
          <ac:chgData name="Jingfeng Wu" userId="dbe85c2a-e248-4c4d-b554-7f78c7d699f3" providerId="ADAL" clId="{1E1868E9-2992-9A4E-ABCA-661D77042036}" dt="2020-11-03T20:06:33.748" v="1594" actId="11529"/>
          <ac:cxnSpMkLst>
            <pc:docMk/>
            <pc:sldMk cId="775322852" sldId="267"/>
            <ac:cxnSpMk id="11" creationId="{D8DC5051-F7EE-4F42-AFCB-1FD20EBB8297}"/>
          </ac:cxnSpMkLst>
        </pc:cxnChg>
        <pc:cxnChg chg="add mod">
          <ac:chgData name="Jingfeng Wu" userId="dbe85c2a-e248-4c4d-b554-7f78c7d699f3" providerId="ADAL" clId="{1E1868E9-2992-9A4E-ABCA-661D77042036}" dt="2020-11-03T20:20:30.475" v="1723" actId="1076"/>
          <ac:cxnSpMkLst>
            <pc:docMk/>
            <pc:sldMk cId="775322852" sldId="267"/>
            <ac:cxnSpMk id="13" creationId="{2EA3B6C2-CCE6-D34E-9F47-20CBCD146C4B}"/>
          </ac:cxnSpMkLst>
        </pc:cxnChg>
        <pc:cxnChg chg="add mod">
          <ac:chgData name="Jingfeng Wu" userId="dbe85c2a-e248-4c4d-b554-7f78c7d699f3" providerId="ADAL" clId="{1E1868E9-2992-9A4E-ABCA-661D77042036}" dt="2020-11-03T20:20:36.377" v="1724" actId="1076"/>
          <ac:cxnSpMkLst>
            <pc:docMk/>
            <pc:sldMk cId="775322852" sldId="267"/>
            <ac:cxnSpMk id="15" creationId="{5FF50D62-9218-7341-ABCD-B6F34A7F5074}"/>
          </ac:cxnSpMkLst>
        </pc:cxnChg>
        <pc:cxnChg chg="add mod">
          <ac:chgData name="Jingfeng Wu" userId="dbe85c2a-e248-4c4d-b554-7f78c7d699f3" providerId="ADAL" clId="{1E1868E9-2992-9A4E-ABCA-661D77042036}" dt="2020-11-03T20:20:47.096" v="1726" actId="1076"/>
          <ac:cxnSpMkLst>
            <pc:docMk/>
            <pc:sldMk cId="775322852" sldId="267"/>
            <ac:cxnSpMk id="17" creationId="{9BA0182C-7380-C74F-9FF7-55EEC27085C3}"/>
          </ac:cxnSpMkLst>
        </pc:cxnChg>
        <pc:cxnChg chg="add del mod">
          <ac:chgData name="Jingfeng Wu" userId="dbe85c2a-e248-4c4d-b554-7f78c7d699f3" providerId="ADAL" clId="{1E1868E9-2992-9A4E-ABCA-661D77042036}" dt="2020-11-03T20:20:50.141" v="1727" actId="478"/>
          <ac:cxnSpMkLst>
            <pc:docMk/>
            <pc:sldMk cId="775322852" sldId="267"/>
            <ac:cxnSpMk id="20" creationId="{0766BD70-193D-604F-8464-2640843AD991}"/>
          </ac:cxnSpMkLst>
        </pc:cxnChg>
        <pc:cxnChg chg="add mod">
          <ac:chgData name="Jingfeng Wu" userId="dbe85c2a-e248-4c4d-b554-7f78c7d699f3" providerId="ADAL" clId="{1E1868E9-2992-9A4E-ABCA-661D77042036}" dt="2020-11-03T20:20:08.632" v="1719" actId="1076"/>
          <ac:cxnSpMkLst>
            <pc:docMk/>
            <pc:sldMk cId="775322852" sldId="267"/>
            <ac:cxnSpMk id="22" creationId="{C3F2380A-FC19-BF40-86BF-C2EAE5579FF7}"/>
          </ac:cxnSpMkLst>
        </pc:cxnChg>
        <pc:cxnChg chg="add mod">
          <ac:chgData name="Jingfeng Wu" userId="dbe85c2a-e248-4c4d-b554-7f78c7d699f3" providerId="ADAL" clId="{1E1868E9-2992-9A4E-ABCA-661D77042036}" dt="2020-11-03T20:20:14.381" v="1720" actId="1076"/>
          <ac:cxnSpMkLst>
            <pc:docMk/>
            <pc:sldMk cId="775322852" sldId="267"/>
            <ac:cxnSpMk id="24" creationId="{7187A1A9-1A39-C74F-8B89-40223293887B}"/>
          </ac:cxnSpMkLst>
        </pc:cxnChg>
        <pc:cxnChg chg="add mod">
          <ac:chgData name="Jingfeng Wu" userId="dbe85c2a-e248-4c4d-b554-7f78c7d699f3" providerId="ADAL" clId="{1E1868E9-2992-9A4E-ABCA-661D77042036}" dt="2020-11-03T20:20:21.154" v="1721" actId="1076"/>
          <ac:cxnSpMkLst>
            <pc:docMk/>
            <pc:sldMk cId="775322852" sldId="267"/>
            <ac:cxnSpMk id="27" creationId="{4F34F755-A108-D44D-B187-53B30BA59C71}"/>
          </ac:cxnSpMkLst>
        </pc:cxnChg>
      </pc:sldChg>
      <pc:sldChg chg="addSp delSp modSp new mod">
        <pc:chgData name="Jingfeng Wu" userId="dbe85c2a-e248-4c4d-b554-7f78c7d699f3" providerId="ADAL" clId="{1E1868E9-2992-9A4E-ABCA-661D77042036}" dt="2020-11-04T06:15:29.972" v="8157" actId="20577"/>
        <pc:sldMkLst>
          <pc:docMk/>
          <pc:sldMk cId="1246533363" sldId="268"/>
        </pc:sldMkLst>
        <pc:spChg chg="mod">
          <ac:chgData name="Jingfeng Wu" userId="dbe85c2a-e248-4c4d-b554-7f78c7d699f3" providerId="ADAL" clId="{1E1868E9-2992-9A4E-ABCA-661D77042036}" dt="2020-11-03T20:35:51.494" v="1878" actId="20577"/>
          <ac:spMkLst>
            <pc:docMk/>
            <pc:sldMk cId="1246533363" sldId="268"/>
            <ac:spMk id="2" creationId="{A86A35B5-EC11-694D-8A0F-A3494FB405D1}"/>
          </ac:spMkLst>
        </pc:spChg>
        <pc:spChg chg="add mod">
          <ac:chgData name="Jingfeng Wu" userId="dbe85c2a-e248-4c4d-b554-7f78c7d699f3" providerId="ADAL" clId="{1E1868E9-2992-9A4E-ABCA-661D77042036}" dt="2020-11-04T03:16:40.778" v="4344" actId="20577"/>
          <ac:spMkLst>
            <pc:docMk/>
            <pc:sldMk cId="1246533363" sldId="268"/>
            <ac:spMk id="3" creationId="{73AC6CEB-4363-EA49-8DDD-33355D0C5420}"/>
          </ac:spMkLst>
        </pc:spChg>
        <pc:spChg chg="add del mod">
          <ac:chgData name="Jingfeng Wu" userId="dbe85c2a-e248-4c4d-b554-7f78c7d699f3" providerId="ADAL" clId="{1E1868E9-2992-9A4E-ABCA-661D77042036}" dt="2020-11-04T03:00:09.585" v="4110"/>
          <ac:spMkLst>
            <pc:docMk/>
            <pc:sldMk cId="1246533363" sldId="268"/>
            <ac:spMk id="4" creationId="{20F0B749-6EA3-EF4D-8BCA-0F1D7796CB5C}"/>
          </ac:spMkLst>
        </pc:spChg>
        <pc:spChg chg="add del mod">
          <ac:chgData name="Jingfeng Wu" userId="dbe85c2a-e248-4c4d-b554-7f78c7d699f3" providerId="ADAL" clId="{1E1868E9-2992-9A4E-ABCA-661D77042036}" dt="2020-11-04T03:01:40.330" v="4139"/>
          <ac:spMkLst>
            <pc:docMk/>
            <pc:sldMk cId="1246533363" sldId="268"/>
            <ac:spMk id="5" creationId="{7BA774FE-FB25-DE44-BBB5-D4D358CBF5C1}"/>
          </ac:spMkLst>
        </pc:spChg>
        <pc:spChg chg="add del mod">
          <ac:chgData name="Jingfeng Wu" userId="dbe85c2a-e248-4c4d-b554-7f78c7d699f3" providerId="ADAL" clId="{1E1868E9-2992-9A4E-ABCA-661D77042036}" dt="2020-11-04T02:59:25.289" v="4088" actId="478"/>
          <ac:spMkLst>
            <pc:docMk/>
            <pc:sldMk cId="1246533363" sldId="268"/>
            <ac:spMk id="6" creationId="{6D3B9A3A-B719-3844-B829-4F57C1A9159F}"/>
          </ac:spMkLst>
        </pc:spChg>
        <pc:spChg chg="add del mod">
          <ac:chgData name="Jingfeng Wu" userId="dbe85c2a-e248-4c4d-b554-7f78c7d699f3" providerId="ADAL" clId="{1E1868E9-2992-9A4E-ABCA-661D77042036}" dt="2020-11-04T02:59:41.015" v="4094" actId="478"/>
          <ac:spMkLst>
            <pc:docMk/>
            <pc:sldMk cId="1246533363" sldId="268"/>
            <ac:spMk id="7" creationId="{3BFAAAEE-CE8A-D346-88E2-44FFD21A1DAC}"/>
          </ac:spMkLst>
        </pc:spChg>
        <pc:spChg chg="add del mod">
          <ac:chgData name="Jingfeng Wu" userId="dbe85c2a-e248-4c4d-b554-7f78c7d699f3" providerId="ADAL" clId="{1E1868E9-2992-9A4E-ABCA-661D77042036}" dt="2020-11-04T02:55:41.125" v="3960"/>
          <ac:spMkLst>
            <pc:docMk/>
            <pc:sldMk cId="1246533363" sldId="268"/>
            <ac:spMk id="8" creationId="{CD976A26-553E-1D4A-92FC-FCFD3C06BEF2}"/>
          </ac:spMkLst>
        </pc:spChg>
        <pc:spChg chg="add del mod">
          <ac:chgData name="Jingfeng Wu" userId="dbe85c2a-e248-4c4d-b554-7f78c7d699f3" providerId="ADAL" clId="{1E1868E9-2992-9A4E-ABCA-661D77042036}" dt="2020-11-04T03:01:40.078" v="4137"/>
          <ac:spMkLst>
            <pc:docMk/>
            <pc:sldMk cId="1246533363" sldId="268"/>
            <ac:spMk id="9" creationId="{41CBA1AF-4337-ED4A-9F86-27CE388FB786}"/>
          </ac:spMkLst>
        </pc:spChg>
        <pc:spChg chg="add mod">
          <ac:chgData name="Jingfeng Wu" userId="dbe85c2a-e248-4c4d-b554-7f78c7d699f3" providerId="ADAL" clId="{1E1868E9-2992-9A4E-ABCA-661D77042036}" dt="2020-11-04T06:13:39.428" v="8133" actId="1076"/>
          <ac:spMkLst>
            <pc:docMk/>
            <pc:sldMk cId="1246533363" sldId="268"/>
            <ac:spMk id="10" creationId="{34DBE48E-2DA8-7440-BD5E-6E302E327DEC}"/>
          </ac:spMkLst>
        </pc:spChg>
        <pc:spChg chg="add mod">
          <ac:chgData name="Jingfeng Wu" userId="dbe85c2a-e248-4c4d-b554-7f78c7d699f3" providerId="ADAL" clId="{1E1868E9-2992-9A4E-ABCA-661D77042036}" dt="2020-11-04T06:12:44.343" v="8130" actId="1076"/>
          <ac:spMkLst>
            <pc:docMk/>
            <pc:sldMk cId="1246533363" sldId="268"/>
            <ac:spMk id="13" creationId="{A57CF4C0-19FB-184A-B060-B1C7339DDC6B}"/>
          </ac:spMkLst>
        </pc:spChg>
        <pc:spChg chg="add mod">
          <ac:chgData name="Jingfeng Wu" userId="dbe85c2a-e248-4c4d-b554-7f78c7d699f3" providerId="ADAL" clId="{1E1868E9-2992-9A4E-ABCA-661D77042036}" dt="2020-11-04T06:13:00.914" v="8132" actId="1076"/>
          <ac:spMkLst>
            <pc:docMk/>
            <pc:sldMk cId="1246533363" sldId="268"/>
            <ac:spMk id="14" creationId="{FB1AA09D-6F6C-0247-A57D-507F0DC678D1}"/>
          </ac:spMkLst>
        </pc:spChg>
        <pc:spChg chg="add mod">
          <ac:chgData name="Jingfeng Wu" userId="dbe85c2a-e248-4c4d-b554-7f78c7d699f3" providerId="ADAL" clId="{1E1868E9-2992-9A4E-ABCA-661D77042036}" dt="2020-11-04T06:13:39.428" v="8133" actId="1076"/>
          <ac:spMkLst>
            <pc:docMk/>
            <pc:sldMk cId="1246533363" sldId="268"/>
            <ac:spMk id="15" creationId="{49455CA3-AA20-6B48-BDE2-1AD36F71F8B7}"/>
          </ac:spMkLst>
        </pc:spChg>
        <pc:spChg chg="add mod">
          <ac:chgData name="Jingfeng Wu" userId="dbe85c2a-e248-4c4d-b554-7f78c7d699f3" providerId="ADAL" clId="{1E1868E9-2992-9A4E-ABCA-661D77042036}" dt="2020-11-04T06:15:29.972" v="8157" actId="20577"/>
          <ac:spMkLst>
            <pc:docMk/>
            <pc:sldMk cId="1246533363" sldId="268"/>
            <ac:spMk id="16" creationId="{F8333643-D683-7245-9B69-66C9F6D5BACD}"/>
          </ac:spMkLst>
        </pc:spChg>
        <pc:picChg chg="add mod">
          <ac:chgData name="Jingfeng Wu" userId="dbe85c2a-e248-4c4d-b554-7f78c7d699f3" providerId="ADAL" clId="{1E1868E9-2992-9A4E-ABCA-661D77042036}" dt="2020-11-04T03:22:10.585" v="4450" actId="1036"/>
          <ac:picMkLst>
            <pc:docMk/>
            <pc:sldMk cId="1246533363" sldId="268"/>
            <ac:picMk id="11" creationId="{5E11BD8E-8724-1443-99B9-3ADD80E018BF}"/>
          </ac:picMkLst>
        </pc:picChg>
        <pc:picChg chg="add mod">
          <ac:chgData name="Jingfeng Wu" userId="dbe85c2a-e248-4c4d-b554-7f78c7d699f3" providerId="ADAL" clId="{1E1868E9-2992-9A4E-ABCA-661D77042036}" dt="2020-11-04T03:22:00.540" v="4434" actId="1076"/>
          <ac:picMkLst>
            <pc:docMk/>
            <pc:sldMk cId="1246533363" sldId="268"/>
            <ac:picMk id="12" creationId="{50519315-AD9C-8B49-B165-0AA5D2885A0D}"/>
          </ac:picMkLst>
        </pc:picChg>
      </pc:sldChg>
      <pc:sldChg chg="addSp modSp new mod ord">
        <pc:chgData name="Jingfeng Wu" userId="dbe85c2a-e248-4c4d-b554-7f78c7d699f3" providerId="ADAL" clId="{1E1868E9-2992-9A4E-ABCA-661D77042036}" dt="2020-11-04T06:04:40.781" v="8124" actId="1076"/>
        <pc:sldMkLst>
          <pc:docMk/>
          <pc:sldMk cId="977662407" sldId="269"/>
        </pc:sldMkLst>
        <pc:spChg chg="mod">
          <ac:chgData name="Jingfeng Wu" userId="dbe85c2a-e248-4c4d-b554-7f78c7d699f3" providerId="ADAL" clId="{1E1868E9-2992-9A4E-ABCA-661D77042036}" dt="2020-11-04T02:11:36.656" v="3262" actId="20577"/>
          <ac:spMkLst>
            <pc:docMk/>
            <pc:sldMk cId="977662407" sldId="269"/>
            <ac:spMk id="2" creationId="{38A5E17E-6973-6C4B-8FE0-F6D3DB82A858}"/>
          </ac:spMkLst>
        </pc:spChg>
        <pc:spChg chg="add mod">
          <ac:chgData name="Jingfeng Wu" userId="dbe85c2a-e248-4c4d-b554-7f78c7d699f3" providerId="ADAL" clId="{1E1868E9-2992-9A4E-ABCA-661D77042036}" dt="2020-11-04T06:02:19.445" v="8122" actId="20577"/>
          <ac:spMkLst>
            <pc:docMk/>
            <pc:sldMk cId="977662407" sldId="269"/>
            <ac:spMk id="3" creationId="{8D143353-AD8D-A74C-ADEC-7575C082D199}"/>
          </ac:spMkLst>
        </pc:spChg>
        <pc:spChg chg="add mod">
          <ac:chgData name="Jingfeng Wu" userId="dbe85c2a-e248-4c4d-b554-7f78c7d699f3" providerId="ADAL" clId="{1E1868E9-2992-9A4E-ABCA-661D77042036}" dt="2020-11-04T02:04:53.939" v="3074" actId="1076"/>
          <ac:spMkLst>
            <pc:docMk/>
            <pc:sldMk cId="977662407" sldId="269"/>
            <ac:spMk id="5" creationId="{75D81012-063C-C941-8B9F-4B3F7C329097}"/>
          </ac:spMkLst>
        </pc:spChg>
        <pc:spChg chg="add mod">
          <ac:chgData name="Jingfeng Wu" userId="dbe85c2a-e248-4c4d-b554-7f78c7d699f3" providerId="ADAL" clId="{1E1868E9-2992-9A4E-ABCA-661D77042036}" dt="2020-11-04T02:05:05.882" v="3075" actId="1076"/>
          <ac:spMkLst>
            <pc:docMk/>
            <pc:sldMk cId="977662407" sldId="269"/>
            <ac:spMk id="6" creationId="{DAA62676-E197-6B45-98B8-3605286AAB16}"/>
          </ac:spMkLst>
        </pc:spChg>
        <pc:spChg chg="add mod">
          <ac:chgData name="Jingfeng Wu" userId="dbe85c2a-e248-4c4d-b554-7f78c7d699f3" providerId="ADAL" clId="{1E1868E9-2992-9A4E-ABCA-661D77042036}" dt="2020-11-03T21:29:37.378" v="2795" actId="1076"/>
          <ac:spMkLst>
            <pc:docMk/>
            <pc:sldMk cId="977662407" sldId="269"/>
            <ac:spMk id="8" creationId="{AFFAB698-7A5F-BE4F-87B8-944F6D01E0AB}"/>
          </ac:spMkLst>
        </pc:spChg>
        <pc:spChg chg="add mod">
          <ac:chgData name="Jingfeng Wu" userId="dbe85c2a-e248-4c4d-b554-7f78c7d699f3" providerId="ADAL" clId="{1E1868E9-2992-9A4E-ABCA-661D77042036}" dt="2020-11-04T06:04:40.781" v="8124" actId="1076"/>
          <ac:spMkLst>
            <pc:docMk/>
            <pc:sldMk cId="977662407" sldId="269"/>
            <ac:spMk id="9" creationId="{73131BAD-EF2F-374E-80B4-2C84AE6C51F1}"/>
          </ac:spMkLst>
        </pc:spChg>
        <pc:picChg chg="add mod">
          <ac:chgData name="Jingfeng Wu" userId="dbe85c2a-e248-4c4d-b554-7f78c7d699f3" providerId="ADAL" clId="{1E1868E9-2992-9A4E-ABCA-661D77042036}" dt="2020-11-03T21:27:07.015" v="2789" actId="1076"/>
          <ac:picMkLst>
            <pc:docMk/>
            <pc:sldMk cId="977662407" sldId="269"/>
            <ac:picMk id="4" creationId="{CCF67E0E-16A1-9B4B-94E2-35577D9B8A97}"/>
          </ac:picMkLst>
        </pc:picChg>
        <pc:picChg chg="add mod">
          <ac:chgData name="Jingfeng Wu" userId="dbe85c2a-e248-4c4d-b554-7f78c7d699f3" providerId="ADAL" clId="{1E1868E9-2992-9A4E-ABCA-661D77042036}" dt="2020-11-03T21:27:20.485" v="2791" actId="1076"/>
          <ac:picMkLst>
            <pc:docMk/>
            <pc:sldMk cId="977662407" sldId="269"/>
            <ac:picMk id="7" creationId="{014DB2C3-0E9D-1A46-B1AA-AB40416F2E48}"/>
          </ac:picMkLst>
        </pc:picChg>
      </pc:sldChg>
      <pc:sldChg chg="addSp modSp new mod">
        <pc:chgData name="Jingfeng Wu" userId="dbe85c2a-e248-4c4d-b554-7f78c7d699f3" providerId="ADAL" clId="{1E1868E9-2992-9A4E-ABCA-661D77042036}" dt="2020-11-04T07:33:50.075" v="9567" actId="20577"/>
        <pc:sldMkLst>
          <pc:docMk/>
          <pc:sldMk cId="2587133035" sldId="270"/>
        </pc:sldMkLst>
        <pc:spChg chg="mod">
          <ac:chgData name="Jingfeng Wu" userId="dbe85c2a-e248-4c4d-b554-7f78c7d699f3" providerId="ADAL" clId="{1E1868E9-2992-9A4E-ABCA-661D77042036}" dt="2020-11-04T06:36:24.608" v="8293" actId="20577"/>
          <ac:spMkLst>
            <pc:docMk/>
            <pc:sldMk cId="2587133035" sldId="270"/>
            <ac:spMk id="2" creationId="{DCE75B86-93EA-C14B-A3DB-49AC7D8105AB}"/>
          </ac:spMkLst>
        </pc:spChg>
        <pc:spChg chg="add mod">
          <ac:chgData name="Jingfeng Wu" userId="dbe85c2a-e248-4c4d-b554-7f78c7d699f3" providerId="ADAL" clId="{1E1868E9-2992-9A4E-ABCA-661D77042036}" dt="2020-11-04T07:33:50.075" v="9567" actId="20577"/>
          <ac:spMkLst>
            <pc:docMk/>
            <pc:sldMk cId="2587133035" sldId="270"/>
            <ac:spMk id="3" creationId="{F8A9EB3C-84F4-2045-B0BF-F16B7A889C04}"/>
          </ac:spMkLst>
        </pc:spChg>
      </pc:sldChg>
      <pc:sldChg chg="addSp delSp modSp new mod">
        <pc:chgData name="Jingfeng Wu" userId="dbe85c2a-e248-4c4d-b554-7f78c7d699f3" providerId="ADAL" clId="{1E1868E9-2992-9A4E-ABCA-661D77042036}" dt="2020-11-12T15:08:06.205" v="9734" actId="20577"/>
        <pc:sldMkLst>
          <pc:docMk/>
          <pc:sldMk cId="33492782" sldId="271"/>
        </pc:sldMkLst>
        <pc:spChg chg="mod">
          <ac:chgData name="Jingfeng Wu" userId="dbe85c2a-e248-4c4d-b554-7f78c7d699f3" providerId="ADAL" clId="{1E1868E9-2992-9A4E-ABCA-661D77042036}" dt="2020-11-04T07:37:44.382" v="9607" actId="20577"/>
          <ac:spMkLst>
            <pc:docMk/>
            <pc:sldMk cId="33492782" sldId="271"/>
            <ac:spMk id="2" creationId="{5440BA1C-90DC-654A-9E3D-B0FB7875E4A8}"/>
          </ac:spMkLst>
        </pc:spChg>
        <pc:spChg chg="add mod">
          <ac:chgData name="Jingfeng Wu" userId="dbe85c2a-e248-4c4d-b554-7f78c7d699f3" providerId="ADAL" clId="{1E1868E9-2992-9A4E-ABCA-661D77042036}" dt="2020-11-12T15:08:06.205" v="9734" actId="20577"/>
          <ac:spMkLst>
            <pc:docMk/>
            <pc:sldMk cId="33492782" sldId="271"/>
            <ac:spMk id="3" creationId="{204EC681-3EF3-0B4A-95AB-281275884504}"/>
          </ac:spMkLst>
        </pc:spChg>
        <pc:spChg chg="add mod">
          <ac:chgData name="Jingfeng Wu" userId="dbe85c2a-e248-4c4d-b554-7f78c7d699f3" providerId="ADAL" clId="{1E1868E9-2992-9A4E-ABCA-661D77042036}" dt="2020-11-04T07:03:06.941" v="9253" actId="14100"/>
          <ac:spMkLst>
            <pc:docMk/>
            <pc:sldMk cId="33492782" sldId="271"/>
            <ac:spMk id="4" creationId="{B75B4FFC-CCFA-A744-9C68-0780E4AAFA7D}"/>
          </ac:spMkLst>
        </pc:spChg>
        <pc:spChg chg="add mod">
          <ac:chgData name="Jingfeng Wu" userId="dbe85c2a-e248-4c4d-b554-7f78c7d699f3" providerId="ADAL" clId="{1E1868E9-2992-9A4E-ABCA-661D77042036}" dt="2020-11-04T07:12:39.569" v="9510" actId="1076"/>
          <ac:spMkLst>
            <pc:docMk/>
            <pc:sldMk cId="33492782" sldId="271"/>
            <ac:spMk id="5" creationId="{EAFA69A0-DC78-804D-A4A3-04A3F16E6894}"/>
          </ac:spMkLst>
        </pc:spChg>
        <pc:spChg chg="add del mod">
          <ac:chgData name="Jingfeng Wu" userId="dbe85c2a-e248-4c4d-b554-7f78c7d699f3" providerId="ADAL" clId="{1E1868E9-2992-9A4E-ABCA-661D77042036}" dt="2020-11-04T07:08:28.974" v="9458"/>
          <ac:spMkLst>
            <pc:docMk/>
            <pc:sldMk cId="33492782" sldId="271"/>
            <ac:spMk id="6" creationId="{14C3BFFC-260B-1B4E-B264-B701B7E6DE55}"/>
          </ac:spMkLst>
        </pc:spChg>
        <pc:spChg chg="add del mod">
          <ac:chgData name="Jingfeng Wu" userId="dbe85c2a-e248-4c4d-b554-7f78c7d699f3" providerId="ADAL" clId="{1E1868E9-2992-9A4E-ABCA-661D77042036}" dt="2020-11-04T07:08:42.535" v="9460"/>
          <ac:spMkLst>
            <pc:docMk/>
            <pc:sldMk cId="33492782" sldId="271"/>
            <ac:spMk id="7" creationId="{FCA6CA30-573C-9C40-988C-37FE48DAC3AE}"/>
          </ac:spMkLst>
        </pc:spChg>
        <pc:spChg chg="add mod">
          <ac:chgData name="Jingfeng Wu" userId="dbe85c2a-e248-4c4d-b554-7f78c7d699f3" providerId="ADAL" clId="{1E1868E9-2992-9A4E-ABCA-661D77042036}" dt="2020-11-04T07:09:22.470" v="9471" actId="14100"/>
          <ac:spMkLst>
            <pc:docMk/>
            <pc:sldMk cId="33492782" sldId="271"/>
            <ac:spMk id="8" creationId="{E06AACA8-165C-B040-B3EF-83C9D1BEA4CC}"/>
          </ac:spMkLst>
        </pc:spChg>
        <pc:spChg chg="add del mod">
          <ac:chgData name="Jingfeng Wu" userId="dbe85c2a-e248-4c4d-b554-7f78c7d699f3" providerId="ADAL" clId="{1E1868E9-2992-9A4E-ABCA-661D77042036}" dt="2020-11-04T07:10:49.473" v="9500" actId="767"/>
          <ac:spMkLst>
            <pc:docMk/>
            <pc:sldMk cId="33492782" sldId="271"/>
            <ac:spMk id="9" creationId="{71E806A2-B54A-5D40-A331-80C87A08CD39}"/>
          </ac:spMkLst>
        </pc:spChg>
        <pc:cxnChg chg="add del mod">
          <ac:chgData name="Jingfeng Wu" userId="dbe85c2a-e248-4c4d-b554-7f78c7d699f3" providerId="ADAL" clId="{1E1868E9-2992-9A4E-ABCA-661D77042036}" dt="2020-11-04T07:12:40.483" v="9511" actId="11529"/>
          <ac:cxnSpMkLst>
            <pc:docMk/>
            <pc:sldMk cId="33492782" sldId="271"/>
            <ac:cxnSpMk id="11" creationId="{CF2A7428-57BC-E640-AB9E-1E34B96DDCC7}"/>
          </ac:cxnSpMkLst>
        </pc:cxnChg>
        <pc:cxnChg chg="add mod">
          <ac:chgData name="Jingfeng Wu" userId="dbe85c2a-e248-4c4d-b554-7f78c7d699f3" providerId="ADAL" clId="{1E1868E9-2992-9A4E-ABCA-661D77042036}" dt="2020-11-04T07:13:27.033" v="9517" actId="14100"/>
          <ac:cxnSpMkLst>
            <pc:docMk/>
            <pc:sldMk cId="33492782" sldId="271"/>
            <ac:cxnSpMk id="14" creationId="{8BC57E23-5CDC-FC4D-ACC6-3F0BE00E405E}"/>
          </ac:cxnSpMkLst>
        </pc:cxnChg>
      </pc:sldChg>
      <pc:sldChg chg="new del">
        <pc:chgData name="Jingfeng Wu" userId="dbe85c2a-e248-4c4d-b554-7f78c7d699f3" providerId="ADAL" clId="{1E1868E9-2992-9A4E-ABCA-661D77042036}" dt="2020-11-04T06:59:09.775" v="9146" actId="680"/>
        <pc:sldMkLst>
          <pc:docMk/>
          <pc:sldMk cId="101762424" sldId="272"/>
        </pc:sldMkLst>
      </pc:sldChg>
      <pc:sldChg chg="addSp delSp modSp new mod">
        <pc:chgData name="Jingfeng Wu" userId="dbe85c2a-e248-4c4d-b554-7f78c7d699f3" providerId="ADAL" clId="{1E1868E9-2992-9A4E-ABCA-661D77042036}" dt="2020-11-12T15:37:21.809" v="10067" actId="1076"/>
        <pc:sldMkLst>
          <pc:docMk/>
          <pc:sldMk cId="3011774569" sldId="272"/>
        </pc:sldMkLst>
        <pc:spChg chg="mod">
          <ac:chgData name="Jingfeng Wu" userId="dbe85c2a-e248-4c4d-b554-7f78c7d699f3" providerId="ADAL" clId="{1E1868E9-2992-9A4E-ABCA-661D77042036}" dt="2020-11-12T15:11:14.031" v="9761" actId="20577"/>
          <ac:spMkLst>
            <pc:docMk/>
            <pc:sldMk cId="3011774569" sldId="272"/>
            <ac:spMk id="2" creationId="{9348AFB7-AC07-CC4F-BC98-740751C9B44E}"/>
          </ac:spMkLst>
        </pc:spChg>
        <pc:spChg chg="add mod">
          <ac:chgData name="Jingfeng Wu" userId="dbe85c2a-e248-4c4d-b554-7f78c7d699f3" providerId="ADAL" clId="{1E1868E9-2992-9A4E-ABCA-661D77042036}" dt="2020-11-12T15:37:04.232" v="10065" actId="1076"/>
          <ac:spMkLst>
            <pc:docMk/>
            <pc:sldMk cId="3011774569" sldId="272"/>
            <ac:spMk id="5" creationId="{837A5C01-9664-2240-8658-B79B50F39815}"/>
          </ac:spMkLst>
        </pc:spChg>
        <pc:spChg chg="add mod">
          <ac:chgData name="Jingfeng Wu" userId="dbe85c2a-e248-4c4d-b554-7f78c7d699f3" providerId="ADAL" clId="{1E1868E9-2992-9A4E-ABCA-661D77042036}" dt="2020-11-12T15:37:21.809" v="10067" actId="1076"/>
          <ac:spMkLst>
            <pc:docMk/>
            <pc:sldMk cId="3011774569" sldId="272"/>
            <ac:spMk id="6" creationId="{151321B3-4981-D445-800A-44B85771CE72}"/>
          </ac:spMkLst>
        </pc:spChg>
        <pc:spChg chg="add mod">
          <ac:chgData name="Jingfeng Wu" userId="dbe85c2a-e248-4c4d-b554-7f78c7d699f3" providerId="ADAL" clId="{1E1868E9-2992-9A4E-ABCA-661D77042036}" dt="2020-11-12T15:36:40.871" v="10063" actId="1076"/>
          <ac:spMkLst>
            <pc:docMk/>
            <pc:sldMk cId="3011774569" sldId="272"/>
            <ac:spMk id="7" creationId="{0B63A194-9B8A-934D-9BB5-C4B016E20F33}"/>
          </ac:spMkLst>
        </pc:spChg>
        <pc:spChg chg="add mod">
          <ac:chgData name="Jingfeng Wu" userId="dbe85c2a-e248-4c4d-b554-7f78c7d699f3" providerId="ADAL" clId="{1E1868E9-2992-9A4E-ABCA-661D77042036}" dt="2020-11-12T15:29:39.667" v="10055" actId="14100"/>
          <ac:spMkLst>
            <pc:docMk/>
            <pc:sldMk cId="3011774569" sldId="272"/>
            <ac:spMk id="8" creationId="{0B37A353-DE81-3F44-845E-E4F8B29BC9ED}"/>
          </ac:spMkLst>
        </pc:spChg>
        <pc:spChg chg="add mod">
          <ac:chgData name="Jingfeng Wu" userId="dbe85c2a-e248-4c4d-b554-7f78c7d699f3" providerId="ADAL" clId="{1E1868E9-2992-9A4E-ABCA-661D77042036}" dt="2020-11-12T15:27:42.641" v="10024" actId="1076"/>
          <ac:spMkLst>
            <pc:docMk/>
            <pc:sldMk cId="3011774569" sldId="272"/>
            <ac:spMk id="9" creationId="{966FCFE5-2F10-6546-AA5B-8043B9D0A925}"/>
          </ac:spMkLst>
        </pc:spChg>
        <pc:spChg chg="add mod">
          <ac:chgData name="Jingfeng Wu" userId="dbe85c2a-e248-4c4d-b554-7f78c7d699f3" providerId="ADAL" clId="{1E1868E9-2992-9A4E-ABCA-661D77042036}" dt="2020-11-12T15:31:12.449" v="10061" actId="20577"/>
          <ac:spMkLst>
            <pc:docMk/>
            <pc:sldMk cId="3011774569" sldId="272"/>
            <ac:spMk id="10" creationId="{D23E606D-6A3A-D84D-940D-D7859395D424}"/>
          </ac:spMkLst>
        </pc:spChg>
        <pc:spChg chg="add del mod">
          <ac:chgData name="Jingfeng Wu" userId="dbe85c2a-e248-4c4d-b554-7f78c7d699f3" providerId="ADAL" clId="{1E1868E9-2992-9A4E-ABCA-661D77042036}" dt="2020-11-12T15:23:22.667" v="9871" actId="767"/>
          <ac:spMkLst>
            <pc:docMk/>
            <pc:sldMk cId="3011774569" sldId="272"/>
            <ac:spMk id="16" creationId="{C06A09D4-AC32-E349-98BF-E387A9BAFEAC}"/>
          </ac:spMkLst>
        </pc:spChg>
        <pc:spChg chg="add del mod">
          <ac:chgData name="Jingfeng Wu" userId="dbe85c2a-e248-4c4d-b554-7f78c7d699f3" providerId="ADAL" clId="{1E1868E9-2992-9A4E-ABCA-661D77042036}" dt="2020-11-12T15:25:10.417" v="9880"/>
          <ac:spMkLst>
            <pc:docMk/>
            <pc:sldMk cId="3011774569" sldId="272"/>
            <ac:spMk id="19" creationId="{86CD9622-A842-2B46-903D-1A6A0CF258C3}"/>
          </ac:spMkLst>
        </pc:spChg>
        <pc:spChg chg="add mod">
          <ac:chgData name="Jingfeng Wu" userId="dbe85c2a-e248-4c4d-b554-7f78c7d699f3" providerId="ADAL" clId="{1E1868E9-2992-9A4E-ABCA-661D77042036}" dt="2020-11-12T15:30:30.818" v="10057" actId="20577"/>
          <ac:spMkLst>
            <pc:docMk/>
            <pc:sldMk cId="3011774569" sldId="272"/>
            <ac:spMk id="20" creationId="{2A5D491B-4F31-EE44-B773-5BBC601F95AC}"/>
          </ac:spMkLst>
        </pc:spChg>
        <pc:picChg chg="add del mod">
          <ac:chgData name="Jingfeng Wu" userId="dbe85c2a-e248-4c4d-b554-7f78c7d699f3" providerId="ADAL" clId="{1E1868E9-2992-9A4E-ABCA-661D77042036}" dt="2020-11-12T15:11:17.574" v="9762" actId="478"/>
          <ac:picMkLst>
            <pc:docMk/>
            <pc:sldMk cId="3011774569" sldId="272"/>
            <ac:picMk id="3" creationId="{565C1AA0-2139-974A-B633-6C209390EB21}"/>
          </ac:picMkLst>
        </pc:picChg>
        <pc:picChg chg="add mod">
          <ac:chgData name="Jingfeng Wu" userId="dbe85c2a-e248-4c4d-b554-7f78c7d699f3" providerId="ADAL" clId="{1E1868E9-2992-9A4E-ABCA-661D77042036}" dt="2020-11-12T15:19:13.888" v="9815" actId="1076"/>
          <ac:picMkLst>
            <pc:docMk/>
            <pc:sldMk cId="3011774569" sldId="272"/>
            <ac:picMk id="4" creationId="{5823DF79-3FFC-0E4F-8C03-B93CD251001B}"/>
          </ac:picMkLst>
        </pc:picChg>
        <pc:cxnChg chg="add mod">
          <ac:chgData name="Jingfeng Wu" userId="dbe85c2a-e248-4c4d-b554-7f78c7d699f3" providerId="ADAL" clId="{1E1868E9-2992-9A4E-ABCA-661D77042036}" dt="2020-11-12T15:31:12.449" v="10061" actId="20577"/>
          <ac:cxnSpMkLst>
            <pc:docMk/>
            <pc:sldMk cId="3011774569" sldId="272"/>
            <ac:cxnSpMk id="12" creationId="{E3151262-8776-FE41-987E-B3B20FCDACEA}"/>
          </ac:cxnSpMkLst>
        </pc:cxnChg>
        <pc:cxnChg chg="add mod">
          <ac:chgData name="Jingfeng Wu" userId="dbe85c2a-e248-4c4d-b554-7f78c7d699f3" providerId="ADAL" clId="{1E1868E9-2992-9A4E-ABCA-661D77042036}" dt="2020-11-12T15:27:42.641" v="10024" actId="1076"/>
          <ac:cxnSpMkLst>
            <pc:docMk/>
            <pc:sldMk cId="3011774569" sldId="272"/>
            <ac:cxnSpMk id="13" creationId="{952F665A-85B0-844A-AB52-5A69F478597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74E2-9632-194D-8837-026C7DE12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080C7-96B5-D547-8F21-0F9EF64B6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3CF6B-8BB6-1747-90C6-3707DE44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6F9FD-A60A-724D-A2E7-E3320923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FD2C-53CD-DB45-BAF1-5CB1B2D7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4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E380-3C13-924A-A271-A0260398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2ED95-3D17-734A-92DE-BFBCA6D3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367A2-8B71-E145-A781-79188FEF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53EC9-253D-D542-85D5-A7C44845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1009-66AF-434B-B2B2-229C29AB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8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AD0E-E093-2C43-B5EF-D754A3B1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835CB-3944-FD48-9432-E5D7AD54A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E97E2-954D-6C49-9D00-ABFEC22E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68310-F9F5-7D4D-9D53-0475DF28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2942A-E1DA-084B-92AA-CAFB7043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9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7395-9C2D-5647-9CCC-9B9C2842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EABBB-7868-1047-85F0-38D00FF3E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76CDC-3765-C74B-8DF2-AFB3B6A9E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63EDA-CB0F-E54F-BA6A-D7573B7C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D1637-D95A-9544-A1D2-03E7742D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FCD7C-6C37-1C4A-BE27-86959DE4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C646-F977-F641-BCAE-A3C2A353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B9F0-01DD-404A-A6CC-EB21C4A68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8E39E-9D8B-8046-B918-24EA0F90D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15EF7-A5DA-E242-8E08-B2502A7DA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2EFF5-CA4D-D541-82C4-022DAE886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DBEBE-733B-DD48-A03B-E0ADD2C6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6AE60-0912-4140-BA7F-7AA0A124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DC5CF-FDD2-3D4A-9F4D-2BAE6606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8664-4B72-DC4C-880C-640E51FE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8FA9C-43CF-2847-98FF-9C7FD824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FEE0C-1517-D447-B134-9405EF1F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05CD9-2047-FA47-A901-A4EADB62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5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33C4E-8A4A-2048-946F-FCCD6AA0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3DD14-FB60-7243-83AF-105B458E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C0F48-34B6-8A47-8D40-8C14244B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3A0C-F266-4F44-94C4-C020AF7E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5009-522A-5544-8962-37FF9F69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087E0-01A6-744A-A6C8-02097ECE6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DD549-F412-A841-96CB-4333F1E5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78CC9-B490-A94C-81AD-8A122A79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6B81B-85A8-6540-9CF3-E8143A7B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0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5B61-8379-E345-A03A-5FEF48F2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F3934-950A-8B49-80C5-391BD3211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AC496-1FFD-0946-9E22-83795153D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8101A-19BF-AA4B-AC1F-8327FCBB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3A70B-2BE1-9149-8D69-0390AC5E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3B85E-D74D-F042-ACDA-DC965B46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2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F496-ADBF-0D49-8F26-C355A62E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D773B-6F49-DF45-80B0-781E774AB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4A8CE-7BEF-574D-BA87-F2A09BE4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E0E7A-823B-7C43-AA67-8BA344BC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85248-8727-504E-AD28-A40C49C6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4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48086-55AC-EF47-ADE6-142BE8838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1F252-BF52-D94D-B37B-894912805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831B0-9906-A242-B025-2B1295DD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CDB0-5133-EF47-BBFA-D060E64B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A8A57-D29F-2D49-A3C5-2A21161A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7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FEDD7-EB47-D549-8EE9-E80B8B0F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0AA88-C0F7-094B-BE81-C816C919B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9A377-19E2-9E43-BD4E-EDA3E3209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97D2C-F514-B940-A695-5840217CEB66}" type="datetimeFigureOut">
              <a:rPr lang="en-US" smtClean="0"/>
              <a:t>11/12/20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FC3D2-D431-6A40-9537-D783E8C6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42458-1590-974E-B8E3-51C4B70DC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1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11.emf"/><Relationship Id="rId7" Type="http://schemas.openxmlformats.org/officeDocument/2006/relationships/image" Target="../media/image16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emf"/><Relationship Id="rId4" Type="http://schemas.openxmlformats.org/officeDocument/2006/relationships/image" Target="../media/image13.emf"/><Relationship Id="rId9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5.emf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4F1A-3FF5-EA43-A543-D143C287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1120"/>
            <a:ext cx="9144000" cy="1792922"/>
          </a:xfrm>
        </p:spPr>
        <p:txBody>
          <a:bodyPr>
            <a:noAutofit/>
          </a:bodyPr>
          <a:lstStyle/>
          <a:p>
            <a:r>
              <a:rPr lang="en-US" sz="4000" dirty="0"/>
              <a:t>Direction Matters: On the Implicit Regularization Effect of Stochastic Gradient Descent with Moderate Learning Rate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B801A-038E-ED45-AF36-7F7542CC5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111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Jingfeng</a:t>
            </a:r>
            <a:r>
              <a:rPr lang="en-US" b="1" dirty="0"/>
              <a:t> Wu</a:t>
            </a:r>
            <a:r>
              <a:rPr lang="en-US" dirty="0"/>
              <a:t>, </a:t>
            </a:r>
            <a:r>
              <a:rPr lang="en-US" dirty="0" err="1"/>
              <a:t>Difan</a:t>
            </a:r>
            <a:r>
              <a:rPr lang="en-US" dirty="0"/>
              <a:t> Zou, Vladimir Braverman, </a:t>
            </a:r>
            <a:r>
              <a:rPr lang="en-US" dirty="0" err="1"/>
              <a:t>Quanquan</a:t>
            </a:r>
            <a:r>
              <a:rPr lang="en-US" dirty="0"/>
              <a:t> Gu</a:t>
            </a:r>
          </a:p>
          <a:p>
            <a:r>
              <a:rPr lang="en-US" dirty="0"/>
              <a:t>Johns Hopkins University &amp; UCLA</a:t>
            </a:r>
          </a:p>
          <a:p>
            <a:endParaRPr lang="en-US" dirty="0"/>
          </a:p>
          <a:p>
            <a:r>
              <a:rPr lang="en-US" sz="2000" dirty="0"/>
              <a:t>November 2020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1D5D9-F14F-9642-896B-B69808C0C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4966462"/>
            <a:ext cx="1358900" cy="146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B02105-CE94-8043-956C-6511C2423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4966462"/>
            <a:ext cx="1460500" cy="146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27F3BE-5CFE-FC4C-86FA-AAA9AFA01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62" y="4966462"/>
            <a:ext cx="1526488" cy="152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8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AE54-C358-2D4B-B989-EE387A40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8E739-EC25-C847-8713-27C6EC1DC930}"/>
              </a:ext>
            </a:extLst>
          </p:cNvPr>
          <p:cNvSpPr txBox="1"/>
          <p:nvPr/>
        </p:nvSpPr>
        <p:spPr>
          <a:xfrm>
            <a:off x="838200" y="1917381"/>
            <a:ext cx="10515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SGD vs. GD: Different Convergence Directions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Small Learning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Moderate Learning Rate</a:t>
            </a:r>
          </a:p>
          <a:p>
            <a:pPr lvl="1"/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Direction Matters: SGD + Moderate LR is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Proof Sketches</a:t>
            </a:r>
          </a:p>
        </p:txBody>
      </p:sp>
    </p:spTree>
    <p:extLst>
      <p:ext uri="{BB962C8B-B14F-4D97-AF65-F5344CB8AC3E}">
        <p14:creationId xmlns:p14="http://schemas.microsoft.com/office/powerpoint/2010/main" val="97064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61FA9B2-F2EE-6449-9562-08F65A06E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4902" y="1576998"/>
            <a:ext cx="5102741" cy="382982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0877E5-EDC3-4940-B4A5-C9EFC63C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Regularization: SGD &gt;&gt; GD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E2F8C-C1DB-AD44-8510-ED05A9AC2D1B}"/>
              </a:ext>
            </a:extLst>
          </p:cNvPr>
          <p:cNvSpPr txBox="1"/>
          <p:nvPr/>
        </p:nvSpPr>
        <p:spPr>
          <a:xfrm>
            <a:off x="6756361" y="5465279"/>
            <a:ext cx="3906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CIFAR-10, ResNet-18, w/o weight decay,</a:t>
            </a:r>
          </a:p>
          <a:p>
            <a:r>
              <a:rPr lang="en-US" dirty="0"/>
              <a:t>w/o data augmentation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158C84-AF91-1D47-9F48-C8CDBF271B1A}"/>
              </a:ext>
            </a:extLst>
          </p:cNvPr>
          <p:cNvSpPr/>
          <p:nvPr/>
        </p:nvSpPr>
        <p:spPr>
          <a:xfrm>
            <a:off x="8216287" y="3797738"/>
            <a:ext cx="1753216" cy="5587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9A191B-9AD9-414D-8C2B-E74ED3211E73}"/>
              </a:ext>
            </a:extLst>
          </p:cNvPr>
          <p:cNvSpPr txBox="1"/>
          <p:nvPr/>
        </p:nvSpPr>
        <p:spPr>
          <a:xfrm>
            <a:off x="838200" y="4228051"/>
            <a:ext cx="88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SGD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E9098C-B38E-7941-92DE-6627F45F3A89}"/>
              </a:ext>
            </a:extLst>
          </p:cNvPr>
          <p:cNvSpPr txBox="1"/>
          <p:nvPr/>
        </p:nvSpPr>
        <p:spPr>
          <a:xfrm>
            <a:off x="838200" y="3087368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GD</a:t>
            </a:r>
            <a:endParaRPr lang="en-US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A101DC-12D9-B24C-AB54-5638074E77DB}"/>
              </a:ext>
            </a:extLst>
          </p:cNvPr>
          <p:cNvSpPr/>
          <p:nvPr/>
        </p:nvSpPr>
        <p:spPr>
          <a:xfrm>
            <a:off x="838200" y="622920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i="1" dirty="0"/>
              <a:t>Wu, </a:t>
            </a:r>
            <a:r>
              <a:rPr lang="en-US" sz="1200" i="1" dirty="0" err="1"/>
              <a:t>Jingfeng</a:t>
            </a:r>
            <a:r>
              <a:rPr lang="en-US" sz="1200" i="1" dirty="0"/>
              <a:t>, et al. "On the Noisy Gradient Descent that Generalizes as SGD." ICML 2020.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075A1-D32E-5749-80E8-41DF26F30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403" y="4290313"/>
            <a:ext cx="37719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6CEF0D-8F9A-9942-BC4D-0E3E61A71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403" y="3174602"/>
            <a:ext cx="3937000" cy="46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4AA163-0435-684D-8CC5-98E62C290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6403" y="1655216"/>
            <a:ext cx="3741589" cy="11611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01F7E6-D1F6-C344-A81F-084E2E114764}"/>
              </a:ext>
            </a:extLst>
          </p:cNvPr>
          <p:cNvSpPr txBox="1"/>
          <p:nvPr/>
        </p:nvSpPr>
        <p:spPr>
          <a:xfrm>
            <a:off x="838200" y="1889592"/>
            <a:ext cx="894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Loss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680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A9ED-E508-5846-9ED3-5F8AAAFF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More Figures about SGD (Less Relevant)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77EE2-8297-8743-B51B-67727E56C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4121"/>
            <a:ext cx="4690532" cy="3517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579263-BBA0-C243-872F-621D8609C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137" y="1813180"/>
            <a:ext cx="4914900" cy="3688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E24405-6F7A-774A-9A71-12DC964A616F}"/>
              </a:ext>
            </a:extLst>
          </p:cNvPr>
          <p:cNvSpPr txBox="1"/>
          <p:nvPr/>
        </p:nvSpPr>
        <p:spPr>
          <a:xfrm>
            <a:off x="838200" y="6031210"/>
            <a:ext cx="10080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Wilson, </a:t>
            </a:r>
            <a:r>
              <a:rPr lang="en-US" sz="1200" i="1" dirty="0" err="1"/>
              <a:t>Ashia</a:t>
            </a:r>
            <a:r>
              <a:rPr lang="en-US" sz="1200" i="1" dirty="0"/>
              <a:t> C., et al. "The marginal value of adaptive gradient methods in machine learning." NIPS 2017.</a:t>
            </a:r>
          </a:p>
          <a:p>
            <a:r>
              <a:rPr lang="en-US" sz="1200" i="1" dirty="0"/>
              <a:t>Zhu, </a:t>
            </a:r>
            <a:r>
              <a:rPr lang="en-US" sz="1200" i="1" dirty="0" err="1"/>
              <a:t>Zhanxing</a:t>
            </a:r>
            <a:r>
              <a:rPr lang="en-US" sz="1200" i="1" dirty="0"/>
              <a:t>, et al. "The Anisotropic Noise in Stochastic Gradient Descent: Its Behavior of Escaping from Sharp Minima and Regularization Effects." ICML 2019.</a:t>
            </a:r>
          </a:p>
        </p:txBody>
      </p:sp>
    </p:spTree>
    <p:extLst>
      <p:ext uri="{BB962C8B-B14F-4D97-AF65-F5344CB8AC3E}">
        <p14:creationId xmlns:p14="http://schemas.microsoft.com/office/powerpoint/2010/main" val="188817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F764-E3FC-FD47-92AE-3A19013B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SGD vs. GD: Learning Rate Matters!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DF716-D54E-6C43-9BF6-05BA2075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1690688"/>
            <a:ext cx="5156200" cy="3556000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7FF07ED-26EB-B343-8301-816565AA1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584386"/>
              </p:ext>
            </p:extLst>
          </p:nvPr>
        </p:nvGraphicFramePr>
        <p:xfrm>
          <a:off x="838200" y="1850054"/>
          <a:ext cx="4755776" cy="1618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288">
                  <a:extLst>
                    <a:ext uri="{9D8B030D-6E8A-4147-A177-3AD203B41FA5}">
                      <a16:colId xmlns:a16="http://schemas.microsoft.com/office/drawing/2014/main" val="1631669760"/>
                    </a:ext>
                  </a:extLst>
                </a:gridCol>
                <a:gridCol w="1512806">
                  <a:extLst>
                    <a:ext uri="{9D8B030D-6E8A-4147-A177-3AD203B41FA5}">
                      <a16:colId xmlns:a16="http://schemas.microsoft.com/office/drawing/2014/main" val="3126538944"/>
                    </a:ext>
                  </a:extLst>
                </a:gridCol>
                <a:gridCol w="2366682">
                  <a:extLst>
                    <a:ext uri="{9D8B030D-6E8A-4147-A177-3AD203B41FA5}">
                      <a16:colId xmlns:a16="http://schemas.microsoft.com/office/drawing/2014/main" val="832431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Small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Moderate LR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637258"/>
                  </a:ext>
                </a:extLst>
              </a:tr>
              <a:tr h="55023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ym typeface="Wingdings" pitchFamily="2" charset="2"/>
                        </a:rPr>
                        <a:t>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ym typeface="Wingdings" pitchFamily="2" charset="2"/>
                        </a:rPr>
                        <a:t> 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205246"/>
                  </a:ext>
                </a:extLst>
              </a:tr>
              <a:tr h="55023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ym typeface="Wingdings" pitchFamily="2" charset="2"/>
                        </a:rPr>
                        <a:t>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  <a:sym typeface="Wingdings" pitchFamily="2" charset="2"/>
                        </a:rPr>
                        <a:t>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1011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62283-3905-4047-A6AD-0988FA505832}"/>
                  </a:ext>
                </a:extLst>
              </p:cNvPr>
              <p:cNvSpPr txBox="1"/>
              <p:nvPr/>
            </p:nvSpPr>
            <p:spPr>
              <a:xfrm>
                <a:off x="838200" y="4193534"/>
                <a:ext cx="4579972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Q1: Small LR, SGD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800" dirty="0"/>
                  <a:t> GD?</a:t>
                </a:r>
              </a:p>
              <a:p>
                <a:r>
                  <a:rPr lang="en-US" sz="2800" dirty="0"/>
                  <a:t>Q2: Moderate LR, SGD &gt;&gt; GD?</a:t>
                </a:r>
              </a:p>
              <a:p>
                <a:r>
                  <a:rPr lang="en-US" sz="2800" dirty="0"/>
                  <a:t>Q3: GD is bad anyhow?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62283-3905-4047-A6AD-0988FA505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93534"/>
                <a:ext cx="4579972" cy="1384995"/>
              </a:xfrm>
              <a:prstGeom prst="rect">
                <a:avLst/>
              </a:prstGeom>
              <a:blipFill>
                <a:blip r:embed="rId3"/>
                <a:stretch>
                  <a:fillRect l="-2770" t="-5455" r="-1662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00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A5E17E-6973-6C4B-8FE0-F6D3DB82A8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 Theory, SGD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GD or SGD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GD ??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A5E17E-6973-6C4B-8FE0-F6D3DB82A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143353-AD8D-A74C-ADEC-7575C082D199}"/>
                  </a:ext>
                </a:extLst>
              </p:cNvPr>
              <p:cNvSpPr txBox="1"/>
              <p:nvPr/>
            </p:nvSpPr>
            <p:spPr>
              <a:xfrm>
                <a:off x="838199" y="4346202"/>
                <a:ext cx="1051559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Theory disagrees with practice </a:t>
                </a:r>
                <a:r>
                  <a:rPr lang="en-US" sz="2800" dirty="0">
                    <a:sym typeface="Wingdings" pitchFamily="2" charset="2"/>
                  </a:rPr>
                  <a:t> </a:t>
                </a: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“Easy” to prove SGD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800" dirty="0"/>
                  <a:t> GD by concentration	&lt;= e.g., small LR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“Hard” to prove an inverse result		    &lt;= no concentration!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143353-AD8D-A74C-ADEC-7575C082D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346202"/>
                <a:ext cx="10515599" cy="1384995"/>
              </a:xfrm>
              <a:prstGeom prst="rect">
                <a:avLst/>
              </a:prstGeom>
              <a:blipFill>
                <a:blip r:embed="rId3"/>
                <a:stretch>
                  <a:fillRect l="-1086" t="-5455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CF67E0E-16A1-9B4B-94E2-35577D9B8A9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528" y="1690688"/>
            <a:ext cx="3256546" cy="3886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D81012-063C-C941-8B9F-4B3F7C329097}"/>
              </a:ext>
            </a:extLst>
          </p:cNvPr>
          <p:cNvSpPr txBox="1"/>
          <p:nvPr/>
        </p:nvSpPr>
        <p:spPr>
          <a:xfrm>
            <a:off x="838199" y="1623420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62676-E197-6B45-98B8-3605286AAB16}"/>
              </a:ext>
            </a:extLst>
          </p:cNvPr>
          <p:cNvSpPr txBox="1"/>
          <p:nvPr/>
        </p:nvSpPr>
        <p:spPr>
          <a:xfrm>
            <a:off x="838199" y="2382819"/>
            <a:ext cx="797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SGD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DB2C3-0E9D-1A46-B1AA-AB40416F2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528" y="2450177"/>
            <a:ext cx="7455098" cy="38850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FAB698-7A5F-BE4F-87B8-944F6D01E0AB}"/>
              </a:ext>
            </a:extLst>
          </p:cNvPr>
          <p:cNvSpPr/>
          <p:nvPr/>
        </p:nvSpPr>
        <p:spPr>
          <a:xfrm>
            <a:off x="5414234" y="2389173"/>
            <a:ext cx="3854707" cy="548126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131BAD-EF2F-374E-80B4-2C84AE6C51F1}"/>
                  </a:ext>
                </a:extLst>
              </p:cNvPr>
              <p:cNvSpPr txBox="1"/>
              <p:nvPr/>
            </p:nvSpPr>
            <p:spPr>
              <a:xfrm>
                <a:off x="5414234" y="3099591"/>
                <a:ext cx="39549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Unbiased noise (scales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131BAD-EF2F-374E-80B4-2C84AE6C5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234" y="3099591"/>
                <a:ext cx="3954993" cy="461665"/>
              </a:xfrm>
              <a:prstGeom prst="rect">
                <a:avLst/>
              </a:prstGeom>
              <a:blipFill>
                <a:blip r:embed="rId6"/>
                <a:stretch>
                  <a:fillRect l="-2564" t="-7895" r="-160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662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038BC7-51B1-3E4A-A1A1-B551E5AFE9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Small Learning Rate: SGD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GD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038BC7-51B1-3E4A-A1A1-B551E5AFE9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9035185-3F52-0D42-B3E0-55F2A0E8C620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528" y="2026416"/>
            <a:ext cx="3256546" cy="388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1C0FB-EF18-AC4F-9CB0-08C4FB2B335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980" y="2971563"/>
            <a:ext cx="2944672" cy="369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4C802B-7271-DA4A-A19F-A14D7528F63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979" y="3844259"/>
            <a:ext cx="5418821" cy="473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3D204D-3676-B74F-81D2-FBFB71CCD046}"/>
              </a:ext>
            </a:extLst>
          </p:cNvPr>
          <p:cNvSpPr txBox="1"/>
          <p:nvPr/>
        </p:nvSpPr>
        <p:spPr>
          <a:xfrm>
            <a:off x="838200" y="1905873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4F46A-A2E2-F143-AEDA-5E1FF242C2EE}"/>
              </a:ext>
            </a:extLst>
          </p:cNvPr>
          <p:cNvSpPr txBox="1"/>
          <p:nvPr/>
        </p:nvSpPr>
        <p:spPr>
          <a:xfrm>
            <a:off x="3632902" y="2944016"/>
            <a:ext cx="2142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Gradient Flow (GF)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26BF0-26C3-B34E-BCC5-4680707490F5}"/>
              </a:ext>
            </a:extLst>
          </p:cNvPr>
          <p:cNvSpPr txBox="1"/>
          <p:nvPr/>
        </p:nvSpPr>
        <p:spPr>
          <a:xfrm>
            <a:off x="838200" y="5023058"/>
            <a:ext cx="797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SGD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40D87-7576-E845-AB8E-1C2E8750C2F5}"/>
              </a:ext>
            </a:extLst>
          </p:cNvPr>
          <p:cNvSpPr txBox="1"/>
          <p:nvPr/>
        </p:nvSpPr>
        <p:spPr>
          <a:xfrm>
            <a:off x="1864469" y="3885529"/>
            <a:ext cx="3911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Stochastic Modified Equation (SME)</a:t>
            </a:r>
            <a:endParaRPr lang="en-US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80F9F8-683C-3A44-9217-7A8A7C1786EC}"/>
              </a:ext>
            </a:extLst>
          </p:cNvPr>
          <p:cNvCxnSpPr>
            <a:cxnSpLocks/>
          </p:cNvCxnSpPr>
          <p:nvPr/>
        </p:nvCxnSpPr>
        <p:spPr>
          <a:xfrm flipV="1">
            <a:off x="7407316" y="4318036"/>
            <a:ext cx="0" cy="580043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707602-CDB0-9949-A680-8CBB13EC20FD}"/>
              </a:ext>
            </a:extLst>
          </p:cNvPr>
          <p:cNvCxnSpPr>
            <a:cxnSpLocks/>
          </p:cNvCxnSpPr>
          <p:nvPr/>
        </p:nvCxnSpPr>
        <p:spPr>
          <a:xfrm flipV="1">
            <a:off x="7407316" y="3340895"/>
            <a:ext cx="0" cy="525089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8DB2E652-A77B-AB42-BE1E-2E0347432EB0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>
            <a:off x="4981074" y="2220758"/>
            <a:ext cx="2426242" cy="750805"/>
          </a:xfrm>
          <a:prstGeom prst="bentConnector2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12012AB9-8513-D340-9E02-0F5D93FC546C}"/>
              </a:ext>
            </a:extLst>
          </p:cNvPr>
          <p:cNvSpPr/>
          <p:nvPr/>
        </p:nvSpPr>
        <p:spPr>
          <a:xfrm>
            <a:off x="9278472" y="3844259"/>
            <a:ext cx="2075328" cy="525089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A8DB3F-E33D-9640-9BD3-8E3F6D5B2F14}"/>
              </a:ext>
            </a:extLst>
          </p:cNvPr>
          <p:cNvSpPr txBox="1"/>
          <p:nvPr/>
        </p:nvSpPr>
        <p:spPr>
          <a:xfrm>
            <a:off x="9373827" y="4452068"/>
            <a:ext cx="188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Higher order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9B502BB-E94F-D846-BF24-64E43380C2F2}"/>
                  </a:ext>
                </a:extLst>
              </p:cNvPr>
              <p:cNvSpPr txBox="1"/>
              <p:nvPr/>
            </p:nvSpPr>
            <p:spPr>
              <a:xfrm>
                <a:off x="5934979" y="1716144"/>
                <a:ext cx="1347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9B502BB-E94F-D846-BF24-64E43380C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979" y="1716144"/>
                <a:ext cx="134799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A6B98C-8839-9541-B7CA-F0FEB0C1B3E3}"/>
              </a:ext>
            </a:extLst>
          </p:cNvPr>
          <p:cNvSpPr/>
          <p:nvPr/>
        </p:nvSpPr>
        <p:spPr>
          <a:xfrm>
            <a:off x="5414234" y="4998653"/>
            <a:ext cx="3854707" cy="548126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7E2FCA-438B-A244-9B89-F7AED0EAC3F4}"/>
                  </a:ext>
                </a:extLst>
              </p:cNvPr>
              <p:cNvSpPr txBox="1"/>
              <p:nvPr/>
            </p:nvSpPr>
            <p:spPr>
              <a:xfrm>
                <a:off x="5934979" y="4444634"/>
                <a:ext cx="1347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7E2FCA-438B-A244-9B89-F7AED0EAC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979" y="4444634"/>
                <a:ext cx="1347998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7A55CAE7-E9EE-5E4F-99C8-B0D45AC998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4528" y="5059156"/>
            <a:ext cx="7455098" cy="38850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92223E9-1A91-E949-89B6-433819E24E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327" y="5647353"/>
            <a:ext cx="6341424" cy="8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5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rabola">
            <a:extLst>
              <a:ext uri="{FF2B5EF4-FFF2-40B4-BE49-F238E27FC236}">
                <a16:creationId xmlns:a16="http://schemas.microsoft.com/office/drawing/2014/main" id="{563A4675-A09D-DE4B-8F60-7D988E6BA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426" y="1802689"/>
            <a:ext cx="2548087" cy="308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2305F9-8995-E84E-8204-A0F63567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Non-Small Learning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D9C4D-095E-7241-AF49-7C53107D66AC}"/>
              </a:ext>
            </a:extLst>
          </p:cNvPr>
          <p:cNvSpPr txBox="1"/>
          <p:nvPr/>
        </p:nvSpPr>
        <p:spPr>
          <a:xfrm>
            <a:off x="838200" y="2398311"/>
            <a:ext cx="88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SGD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5DEE3-CCD1-9D48-A27C-EEDEB3B91BAF}"/>
              </a:ext>
            </a:extLst>
          </p:cNvPr>
          <p:cNvSpPr txBox="1"/>
          <p:nvPr/>
        </p:nvSpPr>
        <p:spPr>
          <a:xfrm>
            <a:off x="823363" y="1633716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GD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1050F-61C6-0845-8E69-6A1AF66B8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403" y="2460573"/>
            <a:ext cx="37719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D80C2-A6F1-DD49-A5F8-FF8AEDE43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566" y="1691153"/>
            <a:ext cx="3937000" cy="4699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A3B6C2-CCE6-D34E-9F47-20CBCD146C4B}"/>
              </a:ext>
            </a:extLst>
          </p:cNvPr>
          <p:cNvCxnSpPr/>
          <p:nvPr/>
        </p:nvCxnSpPr>
        <p:spPr>
          <a:xfrm flipH="1">
            <a:off x="8521604" y="3412784"/>
            <a:ext cx="1508166" cy="64581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50D62-9218-7341-ABCD-B6F34A7F5074}"/>
              </a:ext>
            </a:extLst>
          </p:cNvPr>
          <p:cNvCxnSpPr/>
          <p:nvPr/>
        </p:nvCxnSpPr>
        <p:spPr>
          <a:xfrm>
            <a:off x="8575964" y="4055363"/>
            <a:ext cx="1092530" cy="4699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A0182C-7380-C74F-9FF7-55EEC27085C3}"/>
              </a:ext>
            </a:extLst>
          </p:cNvPr>
          <p:cNvCxnSpPr>
            <a:cxnSpLocks/>
          </p:cNvCxnSpPr>
          <p:nvPr/>
        </p:nvCxnSpPr>
        <p:spPr>
          <a:xfrm flipH="1">
            <a:off x="8937240" y="4535628"/>
            <a:ext cx="676894" cy="238228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F2380A-FC19-BF40-86BF-C2EAE5579FF7}"/>
              </a:ext>
            </a:extLst>
          </p:cNvPr>
          <p:cNvCxnSpPr>
            <a:cxnSpLocks/>
          </p:cNvCxnSpPr>
          <p:nvPr/>
        </p:nvCxnSpPr>
        <p:spPr>
          <a:xfrm flipH="1" flipV="1">
            <a:off x="8218783" y="3189947"/>
            <a:ext cx="1838696" cy="205717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87A1A9-1A39-C74F-8B89-40223293887B}"/>
              </a:ext>
            </a:extLst>
          </p:cNvPr>
          <p:cNvCxnSpPr>
            <a:cxnSpLocks/>
          </p:cNvCxnSpPr>
          <p:nvPr/>
        </p:nvCxnSpPr>
        <p:spPr>
          <a:xfrm flipV="1">
            <a:off x="8267205" y="2772791"/>
            <a:ext cx="2037607" cy="402965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34F755-A108-D44D-B187-53B30BA59C71}"/>
              </a:ext>
            </a:extLst>
          </p:cNvPr>
          <p:cNvCxnSpPr/>
          <p:nvPr/>
        </p:nvCxnSpPr>
        <p:spPr>
          <a:xfrm flipH="1" flipV="1">
            <a:off x="8024819" y="2455476"/>
            <a:ext cx="2226623" cy="277819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396D05-9711-434B-9502-EAC8F30406A4}"/>
                  </a:ext>
                </a:extLst>
              </p:cNvPr>
              <p:cNvSpPr txBox="1"/>
              <p:nvPr/>
            </p:nvSpPr>
            <p:spPr>
              <a:xfrm>
                <a:off x="10572906" y="2427827"/>
                <a:ext cx="1194045" cy="658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396D05-9711-434B-9502-EAC8F3040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906" y="2427827"/>
                <a:ext cx="1194045" cy="658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B7AD770-3C98-AB4D-821B-61B45480D54F}"/>
                  </a:ext>
                </a:extLst>
              </p:cNvPr>
              <p:cNvSpPr txBox="1"/>
              <p:nvPr/>
            </p:nvSpPr>
            <p:spPr>
              <a:xfrm>
                <a:off x="10572906" y="3644502"/>
                <a:ext cx="1194045" cy="658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B7AD770-3C98-AB4D-821B-61B45480D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906" y="3644502"/>
                <a:ext cx="1194045" cy="6580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C057B26B-DA1D-A240-B636-BF8ABF1828E3}"/>
              </a:ext>
            </a:extLst>
          </p:cNvPr>
          <p:cNvSpPr>
            <a:spLocks noChangeAspect="1"/>
          </p:cNvSpPr>
          <p:nvPr/>
        </p:nvSpPr>
        <p:spPr>
          <a:xfrm>
            <a:off x="10009057" y="3295062"/>
            <a:ext cx="175445" cy="17544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D66ACC-7E16-6947-A7A3-0947C7A6C1BD}"/>
                  </a:ext>
                </a:extLst>
              </p:cNvPr>
              <p:cNvSpPr txBox="1"/>
              <p:nvPr/>
            </p:nvSpPr>
            <p:spPr>
              <a:xfrm>
                <a:off x="8103122" y="5005180"/>
                <a:ext cx="23451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)=0.5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𝐻𝑤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D66ACC-7E16-6947-A7A3-0947C7A6C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122" y="5005180"/>
                <a:ext cx="2345129" cy="646331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07DF5321-62B3-5249-A1F9-62B933742320}"/>
              </a:ext>
            </a:extLst>
          </p:cNvPr>
          <p:cNvGrpSpPr/>
          <p:nvPr/>
        </p:nvGrpSpPr>
        <p:grpSpPr>
          <a:xfrm>
            <a:off x="1055893" y="3141871"/>
            <a:ext cx="6077255" cy="1816288"/>
            <a:chOff x="1133259" y="3865264"/>
            <a:chExt cx="6077255" cy="181628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B29ABBE-5F14-144A-B117-72673B1FB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47812" y="3865264"/>
              <a:ext cx="3870407" cy="120116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167264-EFEF-5648-B492-42C213169AB4}"/>
                </a:ext>
              </a:extLst>
            </p:cNvPr>
            <p:cNvSpPr txBox="1"/>
            <p:nvPr/>
          </p:nvSpPr>
          <p:spPr>
            <a:xfrm>
              <a:off x="1133259" y="4850555"/>
              <a:ext cx="2171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Always smooth!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5B8E93-F236-514E-A6B3-21C30C9C109C}"/>
                </a:ext>
              </a:extLst>
            </p:cNvPr>
            <p:cNvSpPr txBox="1"/>
            <p:nvPr/>
          </p:nvSpPr>
          <p:spPr>
            <a:xfrm>
              <a:off x="4873977" y="4850555"/>
              <a:ext cx="23365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One of them can </a:t>
              </a:r>
            </a:p>
            <a:p>
              <a:r>
                <a:rPr lang="en-US" sz="2400" dirty="0">
                  <a:solidFill>
                    <a:srgbClr val="00B050"/>
                  </a:solidFill>
                </a:rPr>
                <a:t>be non-smooth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559682C-0EAB-8B4A-AC39-39F0A2DE157C}"/>
                </a:ext>
              </a:extLst>
            </p:cNvPr>
            <p:cNvSpPr/>
            <p:nvPr/>
          </p:nvSpPr>
          <p:spPr>
            <a:xfrm>
              <a:off x="1133259" y="4156960"/>
              <a:ext cx="2180148" cy="1135512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231E5549-CB3D-2347-91E4-B99E4D91623A}"/>
                </a:ext>
              </a:extLst>
            </p:cNvPr>
            <p:cNvSpPr/>
            <p:nvPr/>
          </p:nvSpPr>
          <p:spPr>
            <a:xfrm>
              <a:off x="4913870" y="4156960"/>
              <a:ext cx="2171557" cy="1505663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CBFC170-7B19-E440-AE9D-27CC385646BE}"/>
              </a:ext>
            </a:extLst>
          </p:cNvPr>
          <p:cNvSpPr txBox="1"/>
          <p:nvPr/>
        </p:nvSpPr>
        <p:spPr>
          <a:xfrm>
            <a:off x="838200" y="5166847"/>
            <a:ext cx="76081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SGD + moderate and annealing LR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Phase 1: moderate LR	=&gt;	fits smooth losses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Phase 2: small LR	 	=&gt;	fits non-smooth losses</a:t>
            </a:r>
          </a:p>
        </p:txBody>
      </p:sp>
    </p:spTree>
    <p:extLst>
      <p:ext uri="{BB962C8B-B14F-4D97-AF65-F5344CB8AC3E}">
        <p14:creationId xmlns:p14="http://schemas.microsoft.com/office/powerpoint/2010/main" val="77532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35B5-EC11-694D-8A0F-A3494FB4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2-D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AC6CEB-4363-EA49-8DDD-33355D0C5420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96766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 0)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(0, 2)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𝐻𝑤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AC6CEB-4363-EA49-8DDD-33355D0C5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967664" cy="2862322"/>
              </a:xfrm>
              <a:prstGeom prst="rect">
                <a:avLst/>
              </a:prstGeom>
              <a:blipFill>
                <a:blip r:embed="rId2"/>
                <a:stretch>
                  <a:fillRect l="-427" t="-881"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DBE48E-2DA8-7440-BD5E-6E302E327DEC}"/>
                  </a:ext>
                </a:extLst>
              </p:cNvPr>
              <p:cNvSpPr txBox="1"/>
              <p:nvPr/>
            </p:nvSpPr>
            <p:spPr>
              <a:xfrm>
                <a:off x="4057283" y="4434918"/>
                <a:ext cx="3597588" cy="107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1.1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=1,…,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+1,…,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DBE48E-2DA8-7440-BD5E-6E302E327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283" y="4434918"/>
                <a:ext cx="3597588" cy="1074910"/>
              </a:xfrm>
              <a:prstGeom prst="rect">
                <a:avLst/>
              </a:prstGeom>
              <a:blipFill>
                <a:blip r:embed="rId3"/>
                <a:stretch>
                  <a:fillRect l="-30634" t="-211765" b="-29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E11BD8E-8724-1443-99B9-3ADD80E01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979" y="3394794"/>
            <a:ext cx="4410474" cy="33102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519315-AD9C-8B49-B165-0AA5D2885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764" y="95976"/>
            <a:ext cx="4410474" cy="33102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7CF4C0-19FB-184A-B060-B1C7339DDC6B}"/>
                  </a:ext>
                </a:extLst>
              </p:cNvPr>
              <p:cNvSpPr txBox="1"/>
              <p:nvPr/>
            </p:nvSpPr>
            <p:spPr>
              <a:xfrm>
                <a:off x="4911556" y="2136816"/>
                <a:ext cx="2743315" cy="445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=1,…,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7CF4C0-19FB-184A-B060-B1C7339DD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556" y="2136816"/>
                <a:ext cx="2743315" cy="445443"/>
              </a:xfrm>
              <a:prstGeom prst="rect">
                <a:avLst/>
              </a:prstGeom>
              <a:blipFill>
                <a:blip r:embed="rId6"/>
                <a:stretch>
                  <a:fillRect t="-141667" b="-2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B1AA09D-6F6C-0247-A57D-507F0DC678D1}"/>
              </a:ext>
            </a:extLst>
          </p:cNvPr>
          <p:cNvSpPr txBox="1"/>
          <p:nvPr/>
        </p:nvSpPr>
        <p:spPr>
          <a:xfrm>
            <a:off x="4964026" y="1709822"/>
            <a:ext cx="1055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Small LR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55CA3-AA20-6B48-BDE2-1AD36F71F8B7}"/>
              </a:ext>
            </a:extLst>
          </p:cNvPr>
          <p:cNvSpPr txBox="1"/>
          <p:nvPr/>
        </p:nvSpPr>
        <p:spPr>
          <a:xfrm>
            <a:off x="4964026" y="3963393"/>
            <a:ext cx="1524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Moderate LR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333643-D683-7245-9B69-66C9F6D5BACD}"/>
              </a:ext>
            </a:extLst>
          </p:cNvPr>
          <p:cNvSpPr txBox="1"/>
          <p:nvPr/>
        </p:nvSpPr>
        <p:spPr>
          <a:xfrm>
            <a:off x="838200" y="5509828"/>
            <a:ext cx="5007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Same limits</a:t>
            </a:r>
          </a:p>
          <a:p>
            <a:r>
              <a:rPr lang="en-US" sz="2800" dirty="0"/>
              <a:t>Different convergence directions</a:t>
            </a:r>
          </a:p>
        </p:txBody>
      </p:sp>
    </p:spTree>
    <p:extLst>
      <p:ext uri="{BB962C8B-B14F-4D97-AF65-F5344CB8AC3E}">
        <p14:creationId xmlns:p14="http://schemas.microsoft.com/office/powerpoint/2010/main" val="124653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D68-4BA0-6041-9435-DC4EDB0A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High Dimensional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FE80BD-71A3-FD41-A8DB-DC61CAA27942}"/>
                  </a:ext>
                </a:extLst>
              </p:cNvPr>
              <p:cNvSpPr txBox="1"/>
              <p:nvPr/>
            </p:nvSpPr>
            <p:spPr>
              <a:xfrm>
                <a:off x="838200" y="1616203"/>
                <a:ext cx="5372881" cy="18150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Setups</a:t>
                </a:r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Test data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0, 1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𝒰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Training data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., 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FE80BD-71A3-FD41-A8DB-DC61CAA27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16203"/>
                <a:ext cx="5372881" cy="1815049"/>
              </a:xfrm>
              <a:prstGeom prst="rect">
                <a:avLst/>
              </a:prstGeom>
              <a:blipFill>
                <a:blip r:embed="rId2"/>
                <a:stretch>
                  <a:fillRect l="-1415" t="-81250" b="-10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011E6-707E-C640-8935-CA09970AF7B7}"/>
                  </a:ext>
                </a:extLst>
              </p:cNvPr>
              <p:cNvSpPr txBox="1"/>
              <p:nvPr/>
            </p:nvSpPr>
            <p:spPr>
              <a:xfrm>
                <a:off x="6211081" y="1690688"/>
                <a:ext cx="5142719" cy="1943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WOLG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≥⋯≥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be the projection onto the column space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011E6-707E-C640-8935-CA09970A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081" y="1690688"/>
                <a:ext cx="5142719" cy="1943289"/>
              </a:xfrm>
              <a:prstGeom prst="rect">
                <a:avLst/>
              </a:prstGeom>
              <a:blipFill>
                <a:blip r:embed="rId3"/>
                <a:stretch>
                  <a:fillRect l="-1478" t="-1290" b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3BF697-35D6-504B-BBB7-85FBE6138365}"/>
                  </a:ext>
                </a:extLst>
              </p:cNvPr>
              <p:cNvSpPr txBox="1"/>
              <p:nvPr/>
            </p:nvSpPr>
            <p:spPr>
              <a:xfrm>
                <a:off x="838200" y="4215840"/>
                <a:ext cx="9873343" cy="145187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Theorem 0: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There are multiple minima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iterates of gradient methods belong to a hypothesis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gradient methods find a global minima, then it is the one closest to initialization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3BF697-35D6-504B-BBB7-85FBE6138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15840"/>
                <a:ext cx="9873343" cy="1451872"/>
              </a:xfrm>
              <a:prstGeom prst="rect">
                <a:avLst/>
              </a:prstGeom>
              <a:blipFill>
                <a:blip r:embed="rId4"/>
                <a:stretch>
                  <a:fillRect l="-641" t="-1709" b="-5128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D0DAD72-36BB-7649-879C-3B81C9A35605}"/>
              </a:ext>
            </a:extLst>
          </p:cNvPr>
          <p:cNvSpPr txBox="1"/>
          <p:nvPr/>
        </p:nvSpPr>
        <p:spPr>
          <a:xfrm>
            <a:off x="838200" y="6090008"/>
            <a:ext cx="8766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Remark: this is also known as “minimal-norm solution” since the initialization is usually zero</a:t>
            </a:r>
          </a:p>
        </p:txBody>
      </p:sp>
    </p:spTree>
    <p:extLst>
      <p:ext uri="{BB962C8B-B14F-4D97-AF65-F5344CB8AC3E}">
        <p14:creationId xmlns:p14="http://schemas.microsoft.com/office/powerpoint/2010/main" val="2935521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ABBA-E975-5F4A-A000-25CD75F0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High Dimensional Linear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BE4C4-2432-EF40-976E-B98439C77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690688"/>
            <a:ext cx="5143500" cy="3517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42B48B-EED8-0045-BB8D-75CA4B6345E6}"/>
                  </a:ext>
                </a:extLst>
              </p:cNvPr>
              <p:cNvSpPr txBox="1"/>
              <p:nvPr/>
            </p:nvSpPr>
            <p:spPr>
              <a:xfrm>
                <a:off x="838201" y="1689385"/>
                <a:ext cx="5348580" cy="211731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Theorem 1 (informal): Consider SGD with moderate LR,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=1,…,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42B48B-EED8-0045-BB8D-75CA4B634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689385"/>
                <a:ext cx="5348580" cy="2117311"/>
              </a:xfrm>
              <a:prstGeom prst="rect">
                <a:avLst/>
              </a:prstGeom>
              <a:blipFill>
                <a:blip r:embed="rId3"/>
                <a:stretch>
                  <a:fillRect l="-16981" t="-80473" b="-93491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751BCB-0C71-4F4B-AC20-6F761617914D}"/>
                  </a:ext>
                </a:extLst>
              </p:cNvPr>
              <p:cNvSpPr txBox="1"/>
              <p:nvPr/>
            </p:nvSpPr>
            <p:spPr>
              <a:xfrm>
                <a:off x="838200" y="3806696"/>
                <a:ext cx="5348580" cy="195008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Theorem 2 (informal): Consider GD with moderate or small LR,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=1,…,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751BCB-0C71-4F4B-AC20-6F761617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06696"/>
                <a:ext cx="5348580" cy="1950086"/>
              </a:xfrm>
              <a:prstGeom prst="rect">
                <a:avLst/>
              </a:prstGeom>
              <a:blipFill>
                <a:blip r:embed="rId4"/>
                <a:stretch>
                  <a:fillRect l="-943" t="-637" b="-31210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914586-DA2B-F547-A1FA-D0BA57FC3B83}"/>
                  </a:ext>
                </a:extLst>
              </p:cNvPr>
              <p:cNvSpPr txBox="1"/>
              <p:nvPr/>
            </p:nvSpPr>
            <p:spPr>
              <a:xfrm>
                <a:off x="7148946" y="5259032"/>
                <a:ext cx="3950697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Rayleigh quotient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914586-DA2B-F547-A1FA-D0BA57FC3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946" y="5259032"/>
                <a:ext cx="3950697" cy="528093"/>
              </a:xfrm>
              <a:prstGeom prst="rect">
                <a:avLst/>
              </a:prstGeom>
              <a:blipFill>
                <a:blip r:embed="rId5"/>
                <a:stretch>
                  <a:fillRect l="-160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7BCD3A-9E49-5747-92E7-6A4EE33C4321}"/>
                  </a:ext>
                </a:extLst>
              </p:cNvPr>
              <p:cNvSpPr txBox="1"/>
              <p:nvPr/>
            </p:nvSpPr>
            <p:spPr>
              <a:xfrm>
                <a:off x="838200" y="6090008"/>
                <a:ext cx="588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Remark: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is the largest (smallest) eigen vector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7BCD3A-9E49-5747-92E7-6A4EE33C4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90008"/>
                <a:ext cx="5883405" cy="369332"/>
              </a:xfrm>
              <a:prstGeom prst="rect">
                <a:avLst/>
              </a:prstGeom>
              <a:blipFill>
                <a:blip r:embed="rId6"/>
                <a:stretch>
                  <a:fillRect l="-107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759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14B1-B4B9-5E4A-AD20-A0623EC0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Direction Matters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38430-7086-1645-8AB7-4510E9BB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9" y="1690688"/>
            <a:ext cx="10515590" cy="1014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6D033D-C230-844D-B406-E8BA5B76E93B}"/>
              </a:ext>
            </a:extLst>
          </p:cNvPr>
          <p:cNvSpPr txBox="1"/>
          <p:nvPr/>
        </p:nvSpPr>
        <p:spPr>
          <a:xfrm>
            <a:off x="8375227" y="2828828"/>
            <a:ext cx="2978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intrinsic error, not improvable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2CEFD-8DDB-E342-9E18-95374DC5F8F5}"/>
              </a:ext>
            </a:extLst>
          </p:cNvPr>
          <p:cNvSpPr txBox="1"/>
          <p:nvPr/>
        </p:nvSpPr>
        <p:spPr>
          <a:xfrm>
            <a:off x="3039502" y="2828828"/>
            <a:ext cx="505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determined by the algorithms and hyperparameters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BF8EFE-CDDE-C546-B6B1-34F124EB55C1}"/>
                  </a:ext>
                </a:extLst>
              </p:cNvPr>
              <p:cNvSpPr txBox="1"/>
              <p:nvPr/>
            </p:nvSpPr>
            <p:spPr>
              <a:xfrm>
                <a:off x="838199" y="3533531"/>
                <a:ext cx="7190173" cy="7358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-level 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𝒲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Optimal estimation error within a level 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𝒲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BF8EFE-CDDE-C546-B6B1-34F124EB5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533531"/>
                <a:ext cx="7190173" cy="735842"/>
              </a:xfrm>
              <a:prstGeom prst="rect">
                <a:avLst/>
              </a:prstGeom>
              <a:blipFill>
                <a:blip r:embed="rId3"/>
                <a:stretch>
                  <a:fillRect l="-704" t="-5172" r="-176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6EA9F-714C-5F4C-A01B-388352B5527C}"/>
                  </a:ext>
                </a:extLst>
              </p:cNvPr>
              <p:cNvSpPr txBox="1"/>
              <p:nvPr/>
            </p:nvSpPr>
            <p:spPr>
              <a:xfrm>
                <a:off x="838199" y="4563237"/>
                <a:ext cx="9873343" cy="120815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Theorem 3: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SGD with moderate LR,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𝑠𝑔𝑑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GD with moderate or small LR,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𝑔𝑑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6EA9F-714C-5F4C-A01B-388352B55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563237"/>
                <a:ext cx="9873343" cy="1208151"/>
              </a:xfrm>
              <a:prstGeom prst="rect">
                <a:avLst/>
              </a:prstGeom>
              <a:blipFill>
                <a:blip r:embed="rId4"/>
                <a:stretch>
                  <a:fillRect l="-512" t="-2041" b="-51020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A931B8-6B8A-FA46-9216-4119FC626B46}"/>
                  </a:ext>
                </a:extLst>
              </p:cNvPr>
              <p:cNvSpPr txBox="1"/>
              <p:nvPr/>
            </p:nvSpPr>
            <p:spPr>
              <a:xfrm>
                <a:off x="838200" y="6090008"/>
                <a:ext cx="5658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Remark: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is the largest (smallest)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A931B8-6B8A-FA46-9216-4119FC626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90008"/>
                <a:ext cx="5658216" cy="369332"/>
              </a:xfrm>
              <a:prstGeom prst="rect">
                <a:avLst/>
              </a:prstGeom>
              <a:blipFill>
                <a:blip r:embed="rId5"/>
                <a:stretch>
                  <a:fillRect l="-112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34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23DF79-3FFC-0E4F-8C03-B93CD2510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582" y="1153405"/>
            <a:ext cx="6837218" cy="51316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8AFB7-AC07-CC4F-BC98-740751C9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Theorem 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7A5C01-9664-2240-8658-B79B50F39815}"/>
              </a:ext>
            </a:extLst>
          </p:cNvPr>
          <p:cNvSpPr>
            <a:spLocks noChangeAspect="1"/>
          </p:cNvSpPr>
          <p:nvPr/>
        </p:nvSpPr>
        <p:spPr>
          <a:xfrm>
            <a:off x="6255060" y="3952193"/>
            <a:ext cx="1252535" cy="1252535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1321B3-4981-D445-800A-44B85771CE72}"/>
              </a:ext>
            </a:extLst>
          </p:cNvPr>
          <p:cNvSpPr>
            <a:spLocks noChangeAspect="1"/>
          </p:cNvSpPr>
          <p:nvPr/>
        </p:nvSpPr>
        <p:spPr>
          <a:xfrm>
            <a:off x="6506541" y="4216580"/>
            <a:ext cx="736469" cy="761207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63A194-9B8A-934D-9BB5-C4B016E20F33}"/>
              </a:ext>
            </a:extLst>
          </p:cNvPr>
          <p:cNvSpPr>
            <a:spLocks noChangeAspect="1"/>
          </p:cNvSpPr>
          <p:nvPr/>
        </p:nvSpPr>
        <p:spPr>
          <a:xfrm>
            <a:off x="5985283" y="3690140"/>
            <a:ext cx="1779557" cy="1779557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37A353-DE81-3F44-845E-E4F8B29BC9ED}"/>
              </a:ext>
            </a:extLst>
          </p:cNvPr>
          <p:cNvSpPr>
            <a:spLocks noChangeAspect="1"/>
          </p:cNvSpPr>
          <p:nvPr/>
        </p:nvSpPr>
        <p:spPr>
          <a:xfrm>
            <a:off x="5743447" y="3441364"/>
            <a:ext cx="2263231" cy="2263231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FCFE5-2F10-6546-AA5B-8043B9D0A925}"/>
              </a:ext>
            </a:extLst>
          </p:cNvPr>
          <p:cNvSpPr txBox="1"/>
          <p:nvPr/>
        </p:nvSpPr>
        <p:spPr>
          <a:xfrm>
            <a:off x="2722630" y="4216580"/>
            <a:ext cx="1282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Test Loss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3E606D-6A3A-D84D-940D-D7859395D424}"/>
              </a:ext>
            </a:extLst>
          </p:cNvPr>
          <p:cNvSpPr txBox="1"/>
          <p:nvPr/>
        </p:nvSpPr>
        <p:spPr>
          <a:xfrm>
            <a:off x="2722630" y="3349359"/>
            <a:ext cx="1775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Training Loss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151262-8776-FE41-987E-B3B20FCDACE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497731" y="3580192"/>
            <a:ext cx="1560924" cy="0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2F665A-85B0-844A-AB52-5A69F478597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004969" y="4447413"/>
            <a:ext cx="1738478" cy="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5D491B-4F31-EE44-B773-5BBC601F95A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41308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Within a level set of the training loss, larger eigenvalue direction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smaller test loss 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5D491B-4F31-EE44-B773-5BBC601F9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130842" cy="1200329"/>
              </a:xfrm>
              <a:prstGeom prst="rect">
                <a:avLst/>
              </a:prstGeom>
              <a:blipFill>
                <a:blip r:embed="rId3"/>
                <a:stretch>
                  <a:fillRect l="-2454" t="-3125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74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5B86-93EA-C14B-A3DB-49AC7D81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Theorem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A9EB3C-84F4-2045-B0BF-F16B7A889C04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9630072" cy="27950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GD: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⇒ 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Moderate/small LR: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≪⋯≪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≪1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Hence GD converges slower along the small eigenvalue directions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A9EB3C-84F4-2045-B0BF-F16B7A889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9630072" cy="2795061"/>
              </a:xfrm>
              <a:prstGeom prst="rect">
                <a:avLst/>
              </a:prstGeom>
              <a:blipFill>
                <a:blip r:embed="rId2"/>
                <a:stretch>
                  <a:fillRect l="-659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133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BA1C-90DC-654A-9E3D-B0FB7875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</a:t>
            </a:r>
            <a:r>
              <a:rPr lang="en-US"/>
              <a:t>Theorem 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4EC681-3EF3-0B4A-95AB-281275884504}"/>
                  </a:ext>
                </a:extLst>
              </p:cNvPr>
              <p:cNvSpPr/>
              <p:nvPr/>
            </p:nvSpPr>
            <p:spPr>
              <a:xfrm>
                <a:off x="838200" y="1690688"/>
                <a:ext cx="10515600" cy="33666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SGD in one epoch: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</m:e>
                    </m:d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⇒  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</m:sSub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</m:e>
                        </m:d>
                      </m:e>
                    </m:nary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Bounding the spectrum of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</m:sSub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r>
                  <a:rPr lang="en-US" sz="2000" dirty="0"/>
                  <a:t> as projected onto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its complement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Bounding the updates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as projected onto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Reverse engineering Phase 2 and Phase 1…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4EC681-3EF3-0B4A-95AB-281275884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515600" cy="3366691"/>
              </a:xfrm>
              <a:prstGeom prst="rect">
                <a:avLst/>
              </a:prstGeom>
              <a:blipFill>
                <a:blip r:embed="rId2"/>
                <a:stretch>
                  <a:fillRect l="-603" b="-10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5B4FFC-CCFA-A744-9C68-0780E4AAFA7D}"/>
              </a:ext>
            </a:extLst>
          </p:cNvPr>
          <p:cNvSpPr/>
          <p:nvPr/>
        </p:nvSpPr>
        <p:spPr>
          <a:xfrm>
            <a:off x="2241293" y="3016250"/>
            <a:ext cx="4230759" cy="412749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A69A0-DC78-804D-A4A3-04A3F16E6894}"/>
              </a:ext>
            </a:extLst>
          </p:cNvPr>
          <p:cNvSpPr txBox="1"/>
          <p:nvPr/>
        </p:nvSpPr>
        <p:spPr>
          <a:xfrm>
            <a:off x="6792686" y="4935407"/>
            <a:ext cx="4702628" cy="707886"/>
          </a:xfrm>
          <a:prstGeom prst="rect">
            <a:avLst/>
          </a:prstGeom>
          <a:noFill/>
          <a:ln w="25400" cap="rnd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Remark: with moderate LR, concentration of matrix products turns out to be vacuous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6AACA8-165C-B040-B3EF-83C9D1BEA4CC}"/>
              </a:ext>
            </a:extLst>
          </p:cNvPr>
          <p:cNvSpPr/>
          <p:nvPr/>
        </p:nvSpPr>
        <p:spPr>
          <a:xfrm>
            <a:off x="838200" y="6229208"/>
            <a:ext cx="98852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Henriksen, Amelia, and Rachel Ward. "Concentration inequalities for random matrix products." Linear Algebra and its Applications 594 (2020): 81-94.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C57E23-5CDC-FC4D-ACC6-3F0BE00E405E}"/>
              </a:ext>
            </a:extLst>
          </p:cNvPr>
          <p:cNvCxnSpPr>
            <a:cxnSpLocks/>
          </p:cNvCxnSpPr>
          <p:nvPr/>
        </p:nvCxnSpPr>
        <p:spPr>
          <a:xfrm flipH="1" flipV="1">
            <a:off x="6472052" y="3428999"/>
            <a:ext cx="2671948" cy="1461091"/>
          </a:xfrm>
          <a:prstGeom prst="straightConnector1">
            <a:avLst/>
          </a:prstGeom>
          <a:ln w="25400"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2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503C-7D03-6B47-9EBC-85696E2D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A8E42-4BA9-BB4E-901D-9E5708665361}"/>
              </a:ext>
            </a:extLst>
          </p:cNvPr>
          <p:cNvSpPr txBox="1"/>
          <p:nvPr/>
        </p:nvSpPr>
        <p:spPr>
          <a:xfrm>
            <a:off x="838200" y="2046224"/>
            <a:ext cx="105155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SGD + moderate LR: converges along large eigenvalue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GD or SGD + small LR: converge along small eigenvalue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former directional bias benefits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analysis is “anti-concentration”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031A3-F257-494F-9288-3C9ED35DD5C4}"/>
              </a:ext>
            </a:extLst>
          </p:cNvPr>
          <p:cNvSpPr txBox="1"/>
          <p:nvPr/>
        </p:nvSpPr>
        <p:spPr>
          <a:xfrm>
            <a:off x="8132166" y="5510303"/>
            <a:ext cx="1783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the paper -&gt;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D1092F-F69D-5447-8050-F2A30B55A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962" y="4966462"/>
            <a:ext cx="1526488" cy="152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9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975</Words>
  <Application>Microsoft Macintosh PowerPoint</Application>
  <PresentationFormat>Widescreen</PresentationFormat>
  <Paragraphs>149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Wingdings</vt:lpstr>
      <vt:lpstr>Office Theme</vt:lpstr>
      <vt:lpstr>Direction Matters: On the Implicit Regularization Effect of Stochastic Gradient Descent with Moderate Learning Rate </vt:lpstr>
      <vt:lpstr>Overview</vt:lpstr>
      <vt:lpstr>Implicit Regularization: SGD &gt;&gt; GD</vt:lpstr>
      <vt:lpstr>Two More Figures about SGD (Less Relevant) </vt:lpstr>
      <vt:lpstr>SGD vs. GD: Learning Rate Matters!</vt:lpstr>
      <vt:lpstr>In Theory, SGD ≈ GD or SGD ≠ GD ??</vt:lpstr>
      <vt:lpstr>Small Learning Rate: SGD ≈ GD </vt:lpstr>
      <vt:lpstr>Effects of Non-Small Learning Rate</vt:lpstr>
      <vt:lpstr>A 2-D Example</vt:lpstr>
      <vt:lpstr>A High Dimensional Linear Regression</vt:lpstr>
      <vt:lpstr>A High Dimensional Linear Regression</vt:lpstr>
      <vt:lpstr>Convergence Direction Matters</vt:lpstr>
      <vt:lpstr>Proof Sketch of Theorem 3</vt:lpstr>
      <vt:lpstr>Proof Sketch of Theorem 2</vt:lpstr>
      <vt:lpstr>Proof Sketch of Theorem 1</vt:lpstr>
      <vt:lpstr>Take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Direction Matters: On the Implicit Regularization Effect of Stochastic Gradient Descent with Moderate Learning Rate </dc:title>
  <dc:creator>Jingfeng Wu</dc:creator>
  <cp:lastModifiedBy>Jingfeng Wu</cp:lastModifiedBy>
  <cp:revision>12</cp:revision>
  <dcterms:created xsi:type="dcterms:W3CDTF">2020-11-03T02:26:16Z</dcterms:created>
  <dcterms:modified xsi:type="dcterms:W3CDTF">2020-11-12T15:38:35Z</dcterms:modified>
</cp:coreProperties>
</file>